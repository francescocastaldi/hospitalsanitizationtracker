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88B8B0-9352-C540-A720-E8DE6FA11D49}" v="9" dt="2026-03-03T20:16:18.124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Stile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Stile chiaro 3 - Color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Stile chi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Stile chiaro 2 - Color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Castaldi" userId="872a80c9-521e-4bea-8f54-636f116dac91" providerId="ADAL" clId="{8B7127BD-7F0F-5B6A-8B22-FE1D942D3B31}"/>
    <pc:docChg chg="undo custSel modSld">
      <pc:chgData name="Francesco Castaldi" userId="872a80c9-521e-4bea-8f54-636f116dac91" providerId="ADAL" clId="{8B7127BD-7F0F-5B6A-8B22-FE1D942D3B31}" dt="2026-03-03T20:18:58.957" v="196" actId="207"/>
      <pc:docMkLst>
        <pc:docMk/>
      </pc:docMkLst>
      <pc:sldChg chg="addSp delSp modSp mod setBg">
        <pc:chgData name="Francesco Castaldi" userId="872a80c9-521e-4bea-8f54-636f116dac91" providerId="ADAL" clId="{8B7127BD-7F0F-5B6A-8B22-FE1D942D3B31}" dt="2026-03-03T20:17:08.786" v="169" actId="26606"/>
        <pc:sldMkLst>
          <pc:docMk/>
          <pc:sldMk cId="0" sldId="256"/>
        </pc:sldMkLst>
        <pc:spChg chg="mod">
          <ac:chgData name="Francesco Castaldi" userId="872a80c9-521e-4bea-8f54-636f116dac91" providerId="ADAL" clId="{8B7127BD-7F0F-5B6A-8B22-FE1D942D3B31}" dt="2026-03-03T20:17:08.786" v="169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Francesco Castaldi" userId="872a80c9-521e-4bea-8f54-636f116dac91" providerId="ADAL" clId="{8B7127BD-7F0F-5B6A-8B22-FE1D942D3B31}" dt="2026-03-03T20:17:08.786" v="169" actId="26606"/>
          <ac:spMkLst>
            <pc:docMk/>
            <pc:sldMk cId="0" sldId="256"/>
            <ac:spMk id="3" creationId="{00000000-0000-0000-0000-000000000000}"/>
          </ac:spMkLst>
        </pc:spChg>
        <pc:spChg chg="mod">
          <ac:chgData name="Francesco Castaldi" userId="872a80c9-521e-4bea-8f54-636f116dac91" providerId="ADAL" clId="{8B7127BD-7F0F-5B6A-8B22-FE1D942D3B31}" dt="2026-03-03T20:16:42.667" v="159" actId="26606"/>
          <ac:spMkLst>
            <pc:docMk/>
            <pc:sldMk cId="0" sldId="256"/>
            <ac:spMk id="4" creationId="{00000000-0000-0000-0000-000000000000}"/>
          </ac:spMkLst>
        </pc:spChg>
        <pc:spChg chg="add del">
          <ac:chgData name="Francesco Castaldi" userId="872a80c9-521e-4bea-8f54-636f116dac91" providerId="ADAL" clId="{8B7127BD-7F0F-5B6A-8B22-FE1D942D3B31}" dt="2026-03-03T20:16:42.663" v="158" actId="26606"/>
          <ac:spMkLst>
            <pc:docMk/>
            <pc:sldMk cId="0" sldId="256"/>
            <ac:spMk id="9" creationId="{FFD48BC7-DC40-47DE-87EE-9F4B6ECB9ABB}"/>
          </ac:spMkLst>
        </pc:spChg>
        <pc:spChg chg="add del">
          <ac:chgData name="Francesco Castaldi" userId="872a80c9-521e-4bea-8f54-636f116dac91" providerId="ADAL" clId="{8B7127BD-7F0F-5B6A-8B22-FE1D942D3B31}" dt="2026-03-03T20:16:42.663" v="158" actId="26606"/>
          <ac:spMkLst>
            <pc:docMk/>
            <pc:sldMk cId="0" sldId="256"/>
            <ac:spMk id="11" creationId="{E502BBC7-2C76-46F3-BC24-5985BC13DB88}"/>
          </ac:spMkLst>
        </pc:spChg>
        <pc:spChg chg="add del">
          <ac:chgData name="Francesco Castaldi" userId="872a80c9-521e-4bea-8f54-636f116dac91" providerId="ADAL" clId="{8B7127BD-7F0F-5B6A-8B22-FE1D942D3B31}" dt="2026-03-03T20:16:42.663" v="158" actId="26606"/>
          <ac:spMkLst>
            <pc:docMk/>
            <pc:sldMk cId="0" sldId="256"/>
            <ac:spMk id="13" creationId="{C7F28D52-2A5F-4D23-81AE-7CB8B591C7AF}"/>
          </ac:spMkLst>
        </pc:spChg>
        <pc:spChg chg="add del">
          <ac:chgData name="Francesco Castaldi" userId="872a80c9-521e-4bea-8f54-636f116dac91" providerId="ADAL" clId="{8B7127BD-7F0F-5B6A-8B22-FE1D942D3B31}" dt="2026-03-03T20:16:42.663" v="158" actId="26606"/>
          <ac:spMkLst>
            <pc:docMk/>
            <pc:sldMk cId="0" sldId="256"/>
            <ac:spMk id="15" creationId="{3629484E-3792-4B3D-89AD-7C8A1ED0E0D4}"/>
          </ac:spMkLst>
        </pc:spChg>
        <pc:spChg chg="add del">
          <ac:chgData name="Francesco Castaldi" userId="872a80c9-521e-4bea-8f54-636f116dac91" providerId="ADAL" clId="{8B7127BD-7F0F-5B6A-8B22-FE1D942D3B31}" dt="2026-03-03T20:17:08.786" v="169" actId="26606"/>
          <ac:spMkLst>
            <pc:docMk/>
            <pc:sldMk cId="0" sldId="256"/>
            <ac:spMk id="17" creationId="{BAD76F3E-3A97-486B-B402-44400A8B9173}"/>
          </ac:spMkLst>
        </pc:spChg>
        <pc:spChg chg="add del">
          <ac:chgData name="Francesco Castaldi" userId="872a80c9-521e-4bea-8f54-636f116dac91" providerId="ADAL" clId="{8B7127BD-7F0F-5B6A-8B22-FE1D942D3B31}" dt="2026-03-03T20:17:08.786" v="169" actId="26606"/>
          <ac:spMkLst>
            <pc:docMk/>
            <pc:sldMk cId="0" sldId="256"/>
            <ac:spMk id="18" creationId="{391F6B52-91F4-4AEB-B6DB-29FEBCF28C8B}"/>
          </ac:spMkLst>
        </pc:spChg>
        <pc:spChg chg="add del">
          <ac:chgData name="Francesco Castaldi" userId="872a80c9-521e-4bea-8f54-636f116dac91" providerId="ADAL" clId="{8B7127BD-7F0F-5B6A-8B22-FE1D942D3B31}" dt="2026-03-03T20:17:08.786" v="169" actId="26606"/>
          <ac:spMkLst>
            <pc:docMk/>
            <pc:sldMk cId="0" sldId="256"/>
            <ac:spMk id="19" creationId="{2CD6F061-7C53-44F4-9794-953DB70A451B}"/>
          </ac:spMkLst>
        </pc:spChg>
        <pc:spChg chg="add del">
          <ac:chgData name="Francesco Castaldi" userId="872a80c9-521e-4bea-8f54-636f116dac91" providerId="ADAL" clId="{8B7127BD-7F0F-5B6A-8B22-FE1D942D3B31}" dt="2026-03-03T20:17:01.381" v="162" actId="26606"/>
          <ac:spMkLst>
            <pc:docMk/>
            <pc:sldMk cId="0" sldId="256"/>
            <ac:spMk id="24" creationId="{BAD76F3E-3A97-486B-B402-44400A8B9173}"/>
          </ac:spMkLst>
        </pc:spChg>
        <pc:spChg chg="add del">
          <ac:chgData name="Francesco Castaldi" userId="872a80c9-521e-4bea-8f54-636f116dac91" providerId="ADAL" clId="{8B7127BD-7F0F-5B6A-8B22-FE1D942D3B31}" dt="2026-03-03T20:17:01.381" v="162" actId="26606"/>
          <ac:spMkLst>
            <pc:docMk/>
            <pc:sldMk cId="0" sldId="256"/>
            <ac:spMk id="26" creationId="{391F6B52-91F4-4AEB-B6DB-29FEBCF28C8B}"/>
          </ac:spMkLst>
        </pc:spChg>
        <pc:spChg chg="add del">
          <ac:chgData name="Francesco Castaldi" userId="872a80c9-521e-4bea-8f54-636f116dac91" providerId="ADAL" clId="{8B7127BD-7F0F-5B6A-8B22-FE1D942D3B31}" dt="2026-03-03T20:17:01.381" v="162" actId="26606"/>
          <ac:spMkLst>
            <pc:docMk/>
            <pc:sldMk cId="0" sldId="256"/>
            <ac:spMk id="28" creationId="{2CD6F061-7C53-44F4-9794-953DB70A451B}"/>
          </ac:spMkLst>
        </pc:spChg>
        <pc:spChg chg="add del">
          <ac:chgData name="Francesco Castaldi" userId="872a80c9-521e-4bea-8f54-636f116dac91" providerId="ADAL" clId="{8B7127BD-7F0F-5B6A-8B22-FE1D942D3B31}" dt="2026-03-03T20:17:06.601" v="164" actId="26606"/>
          <ac:spMkLst>
            <pc:docMk/>
            <pc:sldMk cId="0" sldId="256"/>
            <ac:spMk id="30" creationId="{5463EB0A-3D7C-4AA5-BFA5-8EE5B4BA5624}"/>
          </ac:spMkLst>
        </pc:spChg>
        <pc:spChg chg="add del">
          <ac:chgData name="Francesco Castaldi" userId="872a80c9-521e-4bea-8f54-636f116dac91" providerId="ADAL" clId="{8B7127BD-7F0F-5B6A-8B22-FE1D942D3B31}" dt="2026-03-03T20:17:06.601" v="164" actId="26606"/>
          <ac:spMkLst>
            <pc:docMk/>
            <pc:sldMk cId="0" sldId="256"/>
            <ac:spMk id="31" creationId="{7945AD00-F967-454D-A4B2-39ABA5C88C20}"/>
          </ac:spMkLst>
        </pc:spChg>
        <pc:spChg chg="add del">
          <ac:chgData name="Francesco Castaldi" userId="872a80c9-521e-4bea-8f54-636f116dac91" providerId="ADAL" clId="{8B7127BD-7F0F-5B6A-8B22-FE1D942D3B31}" dt="2026-03-03T20:17:06.601" v="164" actId="26606"/>
          <ac:spMkLst>
            <pc:docMk/>
            <pc:sldMk cId="0" sldId="256"/>
            <ac:spMk id="32" creationId="{E9BC5B79-B912-427C-8219-E3E50943FCDE}"/>
          </ac:spMkLst>
        </pc:spChg>
        <pc:spChg chg="add del">
          <ac:chgData name="Francesco Castaldi" userId="872a80c9-521e-4bea-8f54-636f116dac91" providerId="ADAL" clId="{8B7127BD-7F0F-5B6A-8B22-FE1D942D3B31}" dt="2026-03-03T20:17:07.755" v="166" actId="26606"/>
          <ac:spMkLst>
            <pc:docMk/>
            <pc:sldMk cId="0" sldId="256"/>
            <ac:spMk id="34" creationId="{1ACA2EA0-FFD3-42EC-9406-B595015ED96E}"/>
          </ac:spMkLst>
        </pc:spChg>
        <pc:spChg chg="add del">
          <ac:chgData name="Francesco Castaldi" userId="872a80c9-521e-4bea-8f54-636f116dac91" providerId="ADAL" clId="{8B7127BD-7F0F-5B6A-8B22-FE1D942D3B31}" dt="2026-03-03T20:17:07.755" v="166" actId="26606"/>
          <ac:spMkLst>
            <pc:docMk/>
            <pc:sldMk cId="0" sldId="256"/>
            <ac:spMk id="35" creationId="{D5288BCE-665C-472A-8C43-664BCFA31E43}"/>
          </ac:spMkLst>
        </pc:spChg>
        <pc:spChg chg="add del">
          <ac:chgData name="Francesco Castaldi" userId="872a80c9-521e-4bea-8f54-636f116dac91" providerId="ADAL" clId="{8B7127BD-7F0F-5B6A-8B22-FE1D942D3B31}" dt="2026-03-03T20:17:07.755" v="166" actId="26606"/>
          <ac:spMkLst>
            <pc:docMk/>
            <pc:sldMk cId="0" sldId="256"/>
            <ac:spMk id="36" creationId="{46C57131-53A7-4C1A-BEA8-25F06A06AD29}"/>
          </ac:spMkLst>
        </pc:spChg>
        <pc:spChg chg="add del">
          <ac:chgData name="Francesco Castaldi" userId="872a80c9-521e-4bea-8f54-636f116dac91" providerId="ADAL" clId="{8B7127BD-7F0F-5B6A-8B22-FE1D942D3B31}" dt="2026-03-03T20:17:08.779" v="168" actId="26606"/>
          <ac:spMkLst>
            <pc:docMk/>
            <pc:sldMk cId="0" sldId="256"/>
            <ac:spMk id="38" creationId="{1EADCAF8-8823-4E89-8612-21029831A4B2}"/>
          </ac:spMkLst>
        </pc:spChg>
        <pc:spChg chg="add del">
          <ac:chgData name="Francesco Castaldi" userId="872a80c9-521e-4bea-8f54-636f116dac91" providerId="ADAL" clId="{8B7127BD-7F0F-5B6A-8B22-FE1D942D3B31}" dt="2026-03-03T20:17:08.779" v="168" actId="26606"/>
          <ac:spMkLst>
            <pc:docMk/>
            <pc:sldMk cId="0" sldId="256"/>
            <ac:spMk id="39" creationId="{28CA07B2-0819-4B62-9425-7A52BBDD7070}"/>
          </ac:spMkLst>
        </pc:spChg>
        <pc:spChg chg="add">
          <ac:chgData name="Francesco Castaldi" userId="872a80c9-521e-4bea-8f54-636f116dac91" providerId="ADAL" clId="{8B7127BD-7F0F-5B6A-8B22-FE1D942D3B31}" dt="2026-03-03T20:17:08.786" v="169" actId="26606"/>
          <ac:spMkLst>
            <pc:docMk/>
            <pc:sldMk cId="0" sldId="256"/>
            <ac:spMk id="47" creationId="{B35D3C1D-A6AE-4FCA-BB76-A4748CE5DE55}"/>
          </ac:spMkLst>
        </pc:spChg>
        <pc:spChg chg="add">
          <ac:chgData name="Francesco Castaldi" userId="872a80c9-521e-4bea-8f54-636f116dac91" providerId="ADAL" clId="{8B7127BD-7F0F-5B6A-8B22-FE1D942D3B31}" dt="2026-03-03T20:17:08.786" v="169" actId="26606"/>
          <ac:spMkLst>
            <pc:docMk/>
            <pc:sldMk cId="0" sldId="256"/>
            <ac:spMk id="48" creationId="{6D5BF818-2283-4CC9-A120-9225CEDFA6D2}"/>
          </ac:spMkLst>
        </pc:spChg>
        <pc:spChg chg="add">
          <ac:chgData name="Francesco Castaldi" userId="872a80c9-521e-4bea-8f54-636f116dac91" providerId="ADAL" clId="{8B7127BD-7F0F-5B6A-8B22-FE1D942D3B31}" dt="2026-03-03T20:17:08.786" v="169" actId="26606"/>
          <ac:spMkLst>
            <pc:docMk/>
            <pc:sldMk cId="0" sldId="256"/>
            <ac:spMk id="49" creationId="{063A42EF-20CC-4BCC-9D0B-222CF3AAE8C9}"/>
          </ac:spMkLst>
        </pc:spChg>
        <pc:grpChg chg="add del">
          <ac:chgData name="Francesco Castaldi" userId="872a80c9-521e-4bea-8f54-636f116dac91" providerId="ADAL" clId="{8B7127BD-7F0F-5B6A-8B22-FE1D942D3B31}" dt="2026-03-03T20:17:08.779" v="168" actId="26606"/>
          <ac:grpSpMkLst>
            <pc:docMk/>
            <pc:sldMk cId="0" sldId="256"/>
            <ac:grpSpMk id="40" creationId="{DA02BEE4-A5D4-40AF-882D-49D34B086FFF}"/>
          </ac:grpSpMkLst>
        </pc:grpChg>
      </pc:sldChg>
      <pc:sldChg chg="modSp mod">
        <pc:chgData name="Francesco Castaldi" userId="872a80c9-521e-4bea-8f54-636f116dac91" providerId="ADAL" clId="{8B7127BD-7F0F-5B6A-8B22-FE1D942D3B31}" dt="2026-03-03T20:17:28.187" v="171" actId="207"/>
        <pc:sldMkLst>
          <pc:docMk/>
          <pc:sldMk cId="0" sldId="258"/>
        </pc:sldMkLst>
        <pc:graphicFrameChg chg="modGraphic">
          <ac:chgData name="Francesco Castaldi" userId="872a80c9-521e-4bea-8f54-636f116dac91" providerId="ADAL" clId="{8B7127BD-7F0F-5B6A-8B22-FE1D942D3B31}" dt="2026-03-03T20:17:28.187" v="171" actId="207"/>
          <ac:graphicFrameMkLst>
            <pc:docMk/>
            <pc:sldMk cId="0" sldId="258"/>
            <ac:graphicFrameMk id="4" creationId="{00000000-0000-0000-0000-000000000000}"/>
          </ac:graphicFrameMkLst>
        </pc:graphicFrameChg>
      </pc:sldChg>
      <pc:sldChg chg="modSp mod">
        <pc:chgData name="Francesco Castaldi" userId="872a80c9-521e-4bea-8f54-636f116dac91" providerId="ADAL" clId="{8B7127BD-7F0F-5B6A-8B22-FE1D942D3B31}" dt="2026-03-03T20:17:34.004" v="173" actId="207"/>
        <pc:sldMkLst>
          <pc:docMk/>
          <pc:sldMk cId="0" sldId="259"/>
        </pc:sldMkLst>
        <pc:graphicFrameChg chg="modGraphic">
          <ac:chgData name="Francesco Castaldi" userId="872a80c9-521e-4bea-8f54-636f116dac91" providerId="ADAL" clId="{8B7127BD-7F0F-5B6A-8B22-FE1D942D3B31}" dt="2026-03-03T20:17:34.004" v="173" actId="207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 mod">
        <pc:chgData name="Francesco Castaldi" userId="872a80c9-521e-4bea-8f54-636f116dac91" providerId="ADAL" clId="{8B7127BD-7F0F-5B6A-8B22-FE1D942D3B31}" dt="2026-03-03T20:17:41.437" v="175" actId="207"/>
        <pc:sldMkLst>
          <pc:docMk/>
          <pc:sldMk cId="0" sldId="260"/>
        </pc:sldMkLst>
        <pc:graphicFrameChg chg="modGraphic">
          <ac:chgData name="Francesco Castaldi" userId="872a80c9-521e-4bea-8f54-636f116dac91" providerId="ADAL" clId="{8B7127BD-7F0F-5B6A-8B22-FE1D942D3B31}" dt="2026-03-03T20:17:41.437" v="175" actId="207"/>
          <ac:graphicFrameMkLst>
            <pc:docMk/>
            <pc:sldMk cId="0" sldId="260"/>
            <ac:graphicFrameMk id="6" creationId="{00000000-0000-0000-0000-000000000000}"/>
          </ac:graphicFrameMkLst>
        </pc:graphicFrameChg>
      </pc:sldChg>
      <pc:sldChg chg="modSp mod">
        <pc:chgData name="Francesco Castaldi" userId="872a80c9-521e-4bea-8f54-636f116dac91" providerId="ADAL" clId="{8B7127BD-7F0F-5B6A-8B22-FE1D942D3B31}" dt="2026-03-03T20:17:51.370" v="178" actId="207"/>
        <pc:sldMkLst>
          <pc:docMk/>
          <pc:sldMk cId="0" sldId="261"/>
        </pc:sldMkLst>
        <pc:spChg chg="mod">
          <ac:chgData name="Francesco Castaldi" userId="872a80c9-521e-4bea-8f54-636f116dac91" providerId="ADAL" clId="{8B7127BD-7F0F-5B6A-8B22-FE1D942D3B31}" dt="2026-03-03T20:17:45.283" v="176" actId="207"/>
          <ac:spMkLst>
            <pc:docMk/>
            <pc:sldMk cId="0" sldId="261"/>
            <ac:spMk id="4" creationId="{00000000-0000-0000-0000-000000000000}"/>
          </ac:spMkLst>
        </pc:spChg>
        <pc:spChg chg="mod">
          <ac:chgData name="Francesco Castaldi" userId="872a80c9-521e-4bea-8f54-636f116dac91" providerId="ADAL" clId="{8B7127BD-7F0F-5B6A-8B22-FE1D942D3B31}" dt="2026-03-03T20:17:48.811" v="177" actId="207"/>
          <ac:spMkLst>
            <pc:docMk/>
            <pc:sldMk cId="0" sldId="261"/>
            <ac:spMk id="6" creationId="{00000000-0000-0000-0000-000000000000}"/>
          </ac:spMkLst>
        </pc:spChg>
        <pc:spChg chg="mod">
          <ac:chgData name="Francesco Castaldi" userId="872a80c9-521e-4bea-8f54-636f116dac91" providerId="ADAL" clId="{8B7127BD-7F0F-5B6A-8B22-FE1D942D3B31}" dt="2026-03-03T20:17:51.370" v="178" actId="207"/>
          <ac:spMkLst>
            <pc:docMk/>
            <pc:sldMk cId="0" sldId="261"/>
            <ac:spMk id="8" creationId="{00000000-0000-0000-0000-000000000000}"/>
          </ac:spMkLst>
        </pc:spChg>
      </pc:sldChg>
      <pc:sldChg chg="addSp delSp modSp mod setBg">
        <pc:chgData name="Francesco Castaldi" userId="872a80c9-521e-4bea-8f54-636f116dac91" providerId="ADAL" clId="{8B7127BD-7F0F-5B6A-8B22-FE1D942D3B31}" dt="2026-03-03T20:17:58.187" v="180" actId="207"/>
        <pc:sldMkLst>
          <pc:docMk/>
          <pc:sldMk cId="0" sldId="262"/>
        </pc:sldMkLst>
        <pc:spChg chg="mod">
          <ac:chgData name="Francesco Castaldi" userId="872a80c9-521e-4bea-8f54-636f116dac91" providerId="ADAL" clId="{8B7127BD-7F0F-5B6A-8B22-FE1D942D3B31}" dt="2026-03-03T20:09:51.170" v="99" actId="26606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Francesco Castaldi" userId="872a80c9-521e-4bea-8f54-636f116dac91" providerId="ADAL" clId="{8B7127BD-7F0F-5B6A-8B22-FE1D942D3B31}" dt="2026-03-03T20:10:14.340" v="109" actId="27636"/>
          <ac:spMkLst>
            <pc:docMk/>
            <pc:sldMk cId="0" sldId="262"/>
            <ac:spMk id="4" creationId="{DF6C1D90-5860-2872-9C2B-BB4E3E9DB6E2}"/>
          </ac:spMkLst>
        </pc:spChg>
        <pc:spChg chg="add del">
          <ac:chgData name="Francesco Castaldi" userId="872a80c9-521e-4bea-8f54-636f116dac91" providerId="ADAL" clId="{8B7127BD-7F0F-5B6A-8B22-FE1D942D3B31}" dt="2026-03-03T20:09:51.159" v="98" actId="26606"/>
          <ac:spMkLst>
            <pc:docMk/>
            <pc:sldMk cId="0" sldId="262"/>
            <ac:spMk id="13" creationId="{69D47016-023F-44BD-981C-50E7A10A6609}"/>
          </ac:spMkLst>
        </pc:spChg>
        <pc:spChg chg="add del">
          <ac:chgData name="Francesco Castaldi" userId="872a80c9-521e-4bea-8f54-636f116dac91" providerId="ADAL" clId="{8B7127BD-7F0F-5B6A-8B22-FE1D942D3B31}" dt="2026-03-03T20:09:51.159" v="98" actId="26606"/>
          <ac:spMkLst>
            <pc:docMk/>
            <pc:sldMk cId="0" sldId="262"/>
            <ac:spMk id="15" creationId="{6D8B37B0-0682-433E-BC8D-498C04ABD9A7}"/>
          </ac:spMkLst>
        </pc:spChg>
        <pc:spChg chg="add">
          <ac:chgData name="Francesco Castaldi" userId="872a80c9-521e-4bea-8f54-636f116dac91" providerId="ADAL" clId="{8B7127BD-7F0F-5B6A-8B22-FE1D942D3B31}" dt="2026-03-03T20:09:51.170" v="99" actId="26606"/>
          <ac:spMkLst>
            <pc:docMk/>
            <pc:sldMk cId="0" sldId="262"/>
            <ac:spMk id="17" creationId="{C1A2385B-1D2A-4E17-84FA-6CB7F0AAE473}"/>
          </ac:spMkLst>
        </pc:spChg>
        <pc:spChg chg="add">
          <ac:chgData name="Francesco Castaldi" userId="872a80c9-521e-4bea-8f54-636f116dac91" providerId="ADAL" clId="{8B7127BD-7F0F-5B6A-8B22-FE1D942D3B31}" dt="2026-03-03T20:09:51.170" v="99" actId="26606"/>
          <ac:spMkLst>
            <pc:docMk/>
            <pc:sldMk cId="0" sldId="262"/>
            <ac:spMk id="18" creationId="{385E1BDC-A9B0-4A87-82E3-F3187F69A802}"/>
          </ac:spMkLst>
        </pc:spChg>
        <pc:spChg chg="add">
          <ac:chgData name="Francesco Castaldi" userId="872a80c9-521e-4bea-8f54-636f116dac91" providerId="ADAL" clId="{8B7127BD-7F0F-5B6A-8B22-FE1D942D3B31}" dt="2026-03-03T20:09:51.170" v="99" actId="26606"/>
          <ac:spMkLst>
            <pc:docMk/>
            <pc:sldMk cId="0" sldId="262"/>
            <ac:spMk id="19" creationId="{5E791F2F-79DB-4CC0-9FA1-001E3E91E8B7}"/>
          </ac:spMkLst>
        </pc:spChg>
        <pc:spChg chg="add">
          <ac:chgData name="Francesco Castaldi" userId="872a80c9-521e-4bea-8f54-636f116dac91" providerId="ADAL" clId="{8B7127BD-7F0F-5B6A-8B22-FE1D942D3B31}" dt="2026-03-03T20:09:51.170" v="99" actId="26606"/>
          <ac:spMkLst>
            <pc:docMk/>
            <pc:sldMk cId="0" sldId="262"/>
            <ac:spMk id="20" creationId="{0990C621-3B8B-4820-8328-D47EF7CE823C}"/>
          </ac:spMkLst>
        </pc:spChg>
        <pc:graphicFrameChg chg="mod ord modGraphic">
          <ac:chgData name="Francesco Castaldi" userId="872a80c9-521e-4bea-8f54-636f116dac91" providerId="ADAL" clId="{8B7127BD-7F0F-5B6A-8B22-FE1D942D3B31}" dt="2026-03-03T20:17:58.187" v="180" actId="207"/>
          <ac:graphicFrameMkLst>
            <pc:docMk/>
            <pc:sldMk cId="0" sldId="262"/>
            <ac:graphicFrameMk id="8" creationId="{00000000-0000-0000-0000-000000000000}"/>
          </ac:graphicFrameMkLst>
        </pc:graphicFrameChg>
        <pc:picChg chg="mod ord">
          <ac:chgData name="Francesco Castaldi" userId="872a80c9-521e-4bea-8f54-636f116dac91" providerId="ADAL" clId="{8B7127BD-7F0F-5B6A-8B22-FE1D942D3B31}" dt="2026-03-03T20:09:51.170" v="99" actId="26606"/>
          <ac:picMkLst>
            <pc:docMk/>
            <pc:sldMk cId="0" sldId="262"/>
            <ac:picMk id="2" creationId="{D63CB536-6853-AC38-C5FB-F2CF1560300D}"/>
          </ac:picMkLst>
        </pc:picChg>
      </pc:sldChg>
      <pc:sldChg chg="addSp modSp mod setBg">
        <pc:chgData name="Francesco Castaldi" userId="872a80c9-521e-4bea-8f54-636f116dac91" providerId="ADAL" clId="{8B7127BD-7F0F-5B6A-8B22-FE1D942D3B31}" dt="2026-03-03T20:18:03.303" v="182" actId="207"/>
        <pc:sldMkLst>
          <pc:docMk/>
          <pc:sldMk cId="0" sldId="263"/>
        </pc:sldMkLst>
        <pc:spChg chg="mod">
          <ac:chgData name="Francesco Castaldi" userId="872a80c9-521e-4bea-8f54-636f116dac91" providerId="ADAL" clId="{8B7127BD-7F0F-5B6A-8B22-FE1D942D3B31}" dt="2026-03-03T20:08:34.182" v="0" actId="26606"/>
          <ac:spMkLst>
            <pc:docMk/>
            <pc:sldMk cId="0" sldId="263"/>
            <ac:spMk id="3" creationId="{00000000-0000-0000-0000-000000000000}"/>
          </ac:spMkLst>
        </pc:spChg>
        <pc:spChg chg="mod">
          <ac:chgData name="Francesco Castaldi" userId="872a80c9-521e-4bea-8f54-636f116dac91" providerId="ADAL" clId="{8B7127BD-7F0F-5B6A-8B22-FE1D942D3B31}" dt="2026-03-03T20:08:34.182" v="0" actId="26606"/>
          <ac:spMkLst>
            <pc:docMk/>
            <pc:sldMk cId="0" sldId="263"/>
            <ac:spMk id="4" creationId="{00000000-0000-0000-0000-000000000000}"/>
          </ac:spMkLst>
        </pc:spChg>
        <pc:spChg chg="add">
          <ac:chgData name="Francesco Castaldi" userId="872a80c9-521e-4bea-8f54-636f116dac91" providerId="ADAL" clId="{8B7127BD-7F0F-5B6A-8B22-FE1D942D3B31}" dt="2026-03-03T20:08:34.182" v="0" actId="26606"/>
          <ac:spMkLst>
            <pc:docMk/>
            <pc:sldMk cId="0" sldId="263"/>
            <ac:spMk id="14" creationId="{2550BE34-C2B8-49B8-8519-67A8CAD51AE9}"/>
          </ac:spMkLst>
        </pc:spChg>
        <pc:spChg chg="add">
          <ac:chgData name="Francesco Castaldi" userId="872a80c9-521e-4bea-8f54-636f116dac91" providerId="ADAL" clId="{8B7127BD-7F0F-5B6A-8B22-FE1D942D3B31}" dt="2026-03-03T20:08:34.182" v="0" actId="26606"/>
          <ac:spMkLst>
            <pc:docMk/>
            <pc:sldMk cId="0" sldId="263"/>
            <ac:spMk id="16" creationId="{A7457DD9-5A45-400A-AB4B-4B4EDECA25F1}"/>
          </ac:spMkLst>
        </pc:spChg>
        <pc:spChg chg="add">
          <ac:chgData name="Francesco Castaldi" userId="872a80c9-521e-4bea-8f54-636f116dac91" providerId="ADAL" clId="{8B7127BD-7F0F-5B6A-8B22-FE1D942D3B31}" dt="2026-03-03T20:08:34.182" v="0" actId="26606"/>
          <ac:spMkLst>
            <pc:docMk/>
            <pc:sldMk cId="0" sldId="263"/>
            <ac:spMk id="18" creationId="{441CF7D6-A660-431A-B0BB-140A0D5556B6}"/>
          </ac:spMkLst>
        </pc:spChg>
        <pc:spChg chg="add">
          <ac:chgData name="Francesco Castaldi" userId="872a80c9-521e-4bea-8f54-636f116dac91" providerId="ADAL" clId="{8B7127BD-7F0F-5B6A-8B22-FE1D942D3B31}" dt="2026-03-03T20:08:34.182" v="0" actId="26606"/>
          <ac:spMkLst>
            <pc:docMk/>
            <pc:sldMk cId="0" sldId="263"/>
            <ac:spMk id="20" creationId="{0570A85B-3810-4F95-97B0-CBF4CCDB381C}"/>
          </ac:spMkLst>
        </pc:spChg>
        <pc:graphicFrameChg chg="mod ord modGraphic">
          <ac:chgData name="Francesco Castaldi" userId="872a80c9-521e-4bea-8f54-636f116dac91" providerId="ADAL" clId="{8B7127BD-7F0F-5B6A-8B22-FE1D942D3B31}" dt="2026-03-03T20:18:03.303" v="182" actId="207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addSp delSp modSp mod setBg">
        <pc:chgData name="Francesco Castaldi" userId="872a80c9-521e-4bea-8f54-636f116dac91" providerId="ADAL" clId="{8B7127BD-7F0F-5B6A-8B22-FE1D942D3B31}" dt="2026-03-03T20:18:10.820" v="184" actId="207"/>
        <pc:sldMkLst>
          <pc:docMk/>
          <pc:sldMk cId="0" sldId="264"/>
        </pc:sldMkLst>
        <pc:spChg chg="mod">
          <ac:chgData name="Francesco Castaldi" userId="872a80c9-521e-4bea-8f54-636f116dac91" providerId="ADAL" clId="{8B7127BD-7F0F-5B6A-8B22-FE1D942D3B31}" dt="2026-03-03T20:10:54.821" v="116" actId="26606"/>
          <ac:spMkLst>
            <pc:docMk/>
            <pc:sldMk cId="0" sldId="264"/>
            <ac:spMk id="3" creationId="{00000000-0000-0000-0000-000000000000}"/>
          </ac:spMkLst>
        </pc:spChg>
        <pc:spChg chg="mod">
          <ac:chgData name="Francesco Castaldi" userId="872a80c9-521e-4bea-8f54-636f116dac91" providerId="ADAL" clId="{8B7127BD-7F0F-5B6A-8B22-FE1D942D3B31}" dt="2026-03-03T20:10:54.821" v="116" actId="26606"/>
          <ac:spMkLst>
            <pc:docMk/>
            <pc:sldMk cId="0" sldId="264"/>
            <ac:spMk id="4" creationId="{00000000-0000-0000-0000-000000000000}"/>
          </ac:spMkLst>
        </pc:spChg>
        <pc:spChg chg="add del">
          <ac:chgData name="Francesco Castaldi" userId="872a80c9-521e-4bea-8f54-636f116dac91" providerId="ADAL" clId="{8B7127BD-7F0F-5B6A-8B22-FE1D942D3B31}" dt="2026-03-03T20:10:54.821" v="116" actId="26606"/>
          <ac:spMkLst>
            <pc:docMk/>
            <pc:sldMk cId="0" sldId="264"/>
            <ac:spMk id="15" creationId="{2550BE34-C2B8-49B8-8519-67A8CAD51AE9}"/>
          </ac:spMkLst>
        </pc:spChg>
        <pc:spChg chg="add del">
          <ac:chgData name="Francesco Castaldi" userId="872a80c9-521e-4bea-8f54-636f116dac91" providerId="ADAL" clId="{8B7127BD-7F0F-5B6A-8B22-FE1D942D3B31}" dt="2026-03-03T20:10:54.821" v="116" actId="26606"/>
          <ac:spMkLst>
            <pc:docMk/>
            <pc:sldMk cId="0" sldId="264"/>
            <ac:spMk id="17" creationId="{A7457DD9-5A45-400A-AB4B-4B4EDECA25F1}"/>
          </ac:spMkLst>
        </pc:spChg>
        <pc:spChg chg="add del">
          <ac:chgData name="Francesco Castaldi" userId="872a80c9-521e-4bea-8f54-636f116dac91" providerId="ADAL" clId="{8B7127BD-7F0F-5B6A-8B22-FE1D942D3B31}" dt="2026-03-03T20:10:54.821" v="116" actId="26606"/>
          <ac:spMkLst>
            <pc:docMk/>
            <pc:sldMk cId="0" sldId="264"/>
            <ac:spMk id="19" creationId="{441CF7D6-A660-431A-B0BB-140A0D5556B6}"/>
          </ac:spMkLst>
        </pc:spChg>
        <pc:spChg chg="add del">
          <ac:chgData name="Francesco Castaldi" userId="872a80c9-521e-4bea-8f54-636f116dac91" providerId="ADAL" clId="{8B7127BD-7F0F-5B6A-8B22-FE1D942D3B31}" dt="2026-03-03T20:10:54.821" v="116" actId="26606"/>
          <ac:spMkLst>
            <pc:docMk/>
            <pc:sldMk cId="0" sldId="264"/>
            <ac:spMk id="21" creationId="{0570A85B-3810-4F95-97B0-CBF4CCDB381C}"/>
          </ac:spMkLst>
        </pc:spChg>
        <pc:spChg chg="add del">
          <ac:chgData name="Francesco Castaldi" userId="872a80c9-521e-4bea-8f54-636f116dac91" providerId="ADAL" clId="{8B7127BD-7F0F-5B6A-8B22-FE1D942D3B31}" dt="2026-03-03T20:10:53.251" v="113" actId="26606"/>
          <ac:spMkLst>
            <pc:docMk/>
            <pc:sldMk cId="0" sldId="264"/>
            <ac:spMk id="26" creationId="{385E1BDC-A9B0-4A87-82E3-F3187F69A802}"/>
          </ac:spMkLst>
        </pc:spChg>
        <pc:spChg chg="add del">
          <ac:chgData name="Francesco Castaldi" userId="872a80c9-521e-4bea-8f54-636f116dac91" providerId="ADAL" clId="{8B7127BD-7F0F-5B6A-8B22-FE1D942D3B31}" dt="2026-03-03T20:10:53.251" v="113" actId="26606"/>
          <ac:spMkLst>
            <pc:docMk/>
            <pc:sldMk cId="0" sldId="264"/>
            <ac:spMk id="28" creationId="{0990C621-3B8B-4820-8328-D47EF7CE823C}"/>
          </ac:spMkLst>
        </pc:spChg>
        <pc:spChg chg="add del">
          <ac:chgData name="Francesco Castaldi" userId="872a80c9-521e-4bea-8f54-636f116dac91" providerId="ADAL" clId="{8B7127BD-7F0F-5B6A-8B22-FE1D942D3B31}" dt="2026-03-03T20:10:53.251" v="113" actId="26606"/>
          <ac:spMkLst>
            <pc:docMk/>
            <pc:sldMk cId="0" sldId="264"/>
            <ac:spMk id="30" creationId="{C1A2385B-1D2A-4E17-84FA-6CB7F0AAE473}"/>
          </ac:spMkLst>
        </pc:spChg>
        <pc:spChg chg="add del">
          <ac:chgData name="Francesco Castaldi" userId="872a80c9-521e-4bea-8f54-636f116dac91" providerId="ADAL" clId="{8B7127BD-7F0F-5B6A-8B22-FE1D942D3B31}" dt="2026-03-03T20:10:53.251" v="113" actId="26606"/>
          <ac:spMkLst>
            <pc:docMk/>
            <pc:sldMk cId="0" sldId="264"/>
            <ac:spMk id="32" creationId="{5E791F2F-79DB-4CC0-9FA1-001E3E91E8B7}"/>
          </ac:spMkLst>
        </pc:spChg>
        <pc:spChg chg="add del">
          <ac:chgData name="Francesco Castaldi" userId="872a80c9-521e-4bea-8f54-636f116dac91" providerId="ADAL" clId="{8B7127BD-7F0F-5B6A-8B22-FE1D942D3B31}" dt="2026-03-03T20:10:54.811" v="115" actId="26606"/>
          <ac:spMkLst>
            <pc:docMk/>
            <pc:sldMk cId="0" sldId="264"/>
            <ac:spMk id="34" creationId="{385E1BDC-A9B0-4A87-82E3-F3187F69A802}"/>
          </ac:spMkLst>
        </pc:spChg>
        <pc:spChg chg="add del">
          <ac:chgData name="Francesco Castaldi" userId="872a80c9-521e-4bea-8f54-636f116dac91" providerId="ADAL" clId="{8B7127BD-7F0F-5B6A-8B22-FE1D942D3B31}" dt="2026-03-03T20:10:54.811" v="115" actId="26606"/>
          <ac:spMkLst>
            <pc:docMk/>
            <pc:sldMk cId="0" sldId="264"/>
            <ac:spMk id="35" creationId="{0990C621-3B8B-4820-8328-D47EF7CE823C}"/>
          </ac:spMkLst>
        </pc:spChg>
        <pc:spChg chg="add del">
          <ac:chgData name="Francesco Castaldi" userId="872a80c9-521e-4bea-8f54-636f116dac91" providerId="ADAL" clId="{8B7127BD-7F0F-5B6A-8B22-FE1D942D3B31}" dt="2026-03-03T20:10:54.811" v="115" actId="26606"/>
          <ac:spMkLst>
            <pc:docMk/>
            <pc:sldMk cId="0" sldId="264"/>
            <ac:spMk id="36" creationId="{C1A2385B-1D2A-4E17-84FA-6CB7F0AAE473}"/>
          </ac:spMkLst>
        </pc:spChg>
        <pc:spChg chg="add del">
          <ac:chgData name="Francesco Castaldi" userId="872a80c9-521e-4bea-8f54-636f116dac91" providerId="ADAL" clId="{8B7127BD-7F0F-5B6A-8B22-FE1D942D3B31}" dt="2026-03-03T20:10:54.811" v="115" actId="26606"/>
          <ac:spMkLst>
            <pc:docMk/>
            <pc:sldMk cId="0" sldId="264"/>
            <ac:spMk id="37" creationId="{5E791F2F-79DB-4CC0-9FA1-001E3E91E8B7}"/>
          </ac:spMkLst>
        </pc:spChg>
        <pc:spChg chg="add">
          <ac:chgData name="Francesco Castaldi" userId="872a80c9-521e-4bea-8f54-636f116dac91" providerId="ADAL" clId="{8B7127BD-7F0F-5B6A-8B22-FE1D942D3B31}" dt="2026-03-03T20:10:54.821" v="116" actId="26606"/>
          <ac:spMkLst>
            <pc:docMk/>
            <pc:sldMk cId="0" sldId="264"/>
            <ac:spMk id="39" creationId="{69D47016-023F-44BD-981C-50E7A10A6609}"/>
          </ac:spMkLst>
        </pc:spChg>
        <pc:spChg chg="add">
          <ac:chgData name="Francesco Castaldi" userId="872a80c9-521e-4bea-8f54-636f116dac91" providerId="ADAL" clId="{8B7127BD-7F0F-5B6A-8B22-FE1D942D3B31}" dt="2026-03-03T20:10:54.821" v="116" actId="26606"/>
          <ac:spMkLst>
            <pc:docMk/>
            <pc:sldMk cId="0" sldId="264"/>
            <ac:spMk id="40" creationId="{6D8B37B0-0682-433E-BC8D-498C04ABD9A7}"/>
          </ac:spMkLst>
        </pc:spChg>
        <pc:graphicFrameChg chg="mod ord modGraphic">
          <ac:chgData name="Francesco Castaldi" userId="872a80c9-521e-4bea-8f54-636f116dac91" providerId="ADAL" clId="{8B7127BD-7F0F-5B6A-8B22-FE1D942D3B31}" dt="2026-03-03T20:18:10.820" v="184" actId="207"/>
          <ac:graphicFrameMkLst>
            <pc:docMk/>
            <pc:sldMk cId="0" sldId="264"/>
            <ac:graphicFrameMk id="10" creationId="{00000000-0000-0000-0000-000000000000}"/>
          </ac:graphicFrameMkLst>
        </pc:graphicFrameChg>
        <pc:picChg chg="add mod">
          <ac:chgData name="Francesco Castaldi" userId="872a80c9-521e-4bea-8f54-636f116dac91" providerId="ADAL" clId="{8B7127BD-7F0F-5B6A-8B22-FE1D942D3B31}" dt="2026-03-03T20:10:54.821" v="116" actId="26606"/>
          <ac:picMkLst>
            <pc:docMk/>
            <pc:sldMk cId="0" sldId="264"/>
            <ac:picMk id="2" creationId="{05DC3C87-0EF6-84E0-1135-8BF775F60331}"/>
          </ac:picMkLst>
        </pc:picChg>
      </pc:sldChg>
      <pc:sldChg chg="modSp mod">
        <pc:chgData name="Francesco Castaldi" userId="872a80c9-521e-4bea-8f54-636f116dac91" providerId="ADAL" clId="{8B7127BD-7F0F-5B6A-8B22-FE1D942D3B31}" dt="2026-03-03T20:13:04.290" v="131" actId="207"/>
        <pc:sldMkLst>
          <pc:docMk/>
          <pc:sldMk cId="0" sldId="265"/>
        </pc:sldMkLst>
        <pc:spChg chg="mod">
          <ac:chgData name="Francesco Castaldi" userId="872a80c9-521e-4bea-8f54-636f116dac91" providerId="ADAL" clId="{8B7127BD-7F0F-5B6A-8B22-FE1D942D3B31}" dt="2026-03-03T20:11:49.258" v="121" actId="13926"/>
          <ac:spMkLst>
            <pc:docMk/>
            <pc:sldMk cId="0" sldId="265"/>
            <ac:spMk id="2" creationId="{00000000-0000-0000-0000-000000000000}"/>
          </ac:spMkLst>
        </pc:spChg>
        <pc:spChg chg="mod">
          <ac:chgData name="Francesco Castaldi" userId="872a80c9-521e-4bea-8f54-636f116dac91" providerId="ADAL" clId="{8B7127BD-7F0F-5B6A-8B22-FE1D942D3B31}" dt="2026-03-03T20:11:44.907" v="120" actId="207"/>
          <ac:spMkLst>
            <pc:docMk/>
            <pc:sldMk cId="0" sldId="265"/>
            <ac:spMk id="4" creationId="{00000000-0000-0000-0000-000000000000}"/>
          </ac:spMkLst>
        </pc:spChg>
        <pc:spChg chg="mod">
          <ac:chgData name="Francesco Castaldi" userId="872a80c9-521e-4bea-8f54-636f116dac91" providerId="ADAL" clId="{8B7127BD-7F0F-5B6A-8B22-FE1D942D3B31}" dt="2026-03-03T20:13:01.548" v="130" actId="207"/>
          <ac:spMkLst>
            <pc:docMk/>
            <pc:sldMk cId="0" sldId="265"/>
            <ac:spMk id="5" creationId="{00000000-0000-0000-0000-000000000000}"/>
          </ac:spMkLst>
        </pc:spChg>
        <pc:spChg chg="mod">
          <ac:chgData name="Francesco Castaldi" userId="872a80c9-521e-4bea-8f54-636f116dac91" providerId="ADAL" clId="{8B7127BD-7F0F-5B6A-8B22-FE1D942D3B31}" dt="2026-03-03T20:13:04.290" v="131" actId="207"/>
          <ac:spMkLst>
            <pc:docMk/>
            <pc:sldMk cId="0" sldId="265"/>
            <ac:spMk id="7" creationId="{00000000-0000-0000-0000-000000000000}"/>
          </ac:spMkLst>
        </pc:spChg>
      </pc:sldChg>
      <pc:sldChg chg="addSp delSp modSp mod setBg">
        <pc:chgData name="Francesco Castaldi" userId="872a80c9-521e-4bea-8f54-636f116dac91" providerId="ADAL" clId="{8B7127BD-7F0F-5B6A-8B22-FE1D942D3B31}" dt="2026-03-03T20:18:17.820" v="186" actId="207"/>
        <pc:sldMkLst>
          <pc:docMk/>
          <pc:sldMk cId="0" sldId="266"/>
        </pc:sldMkLst>
        <pc:spChg chg="mod">
          <ac:chgData name="Francesco Castaldi" userId="872a80c9-521e-4bea-8f54-636f116dac91" providerId="ADAL" clId="{8B7127BD-7F0F-5B6A-8B22-FE1D942D3B31}" dt="2026-03-03T20:11:26.561" v="119" actId="26606"/>
          <ac:spMkLst>
            <pc:docMk/>
            <pc:sldMk cId="0" sldId="266"/>
            <ac:spMk id="3" creationId="{00000000-0000-0000-0000-000000000000}"/>
          </ac:spMkLst>
        </pc:spChg>
        <pc:spChg chg="mod">
          <ac:chgData name="Francesco Castaldi" userId="872a80c9-521e-4bea-8f54-636f116dac91" providerId="ADAL" clId="{8B7127BD-7F0F-5B6A-8B22-FE1D942D3B31}" dt="2026-03-03T20:11:26.561" v="119" actId="26606"/>
          <ac:spMkLst>
            <pc:docMk/>
            <pc:sldMk cId="0" sldId="266"/>
            <ac:spMk id="4" creationId="{00000000-0000-0000-0000-000000000000}"/>
          </ac:spMkLst>
        </pc:spChg>
        <pc:spChg chg="add del">
          <ac:chgData name="Francesco Castaldi" userId="872a80c9-521e-4bea-8f54-636f116dac91" providerId="ADAL" clId="{8B7127BD-7F0F-5B6A-8B22-FE1D942D3B31}" dt="2026-03-03T20:11:26.561" v="119" actId="26606"/>
          <ac:spMkLst>
            <pc:docMk/>
            <pc:sldMk cId="0" sldId="266"/>
            <ac:spMk id="17" creationId="{32AEEBC8-9D30-42EF-95F2-386C2653FBF0}"/>
          </ac:spMkLst>
        </pc:spChg>
        <pc:spChg chg="add del">
          <ac:chgData name="Francesco Castaldi" userId="872a80c9-521e-4bea-8f54-636f116dac91" providerId="ADAL" clId="{8B7127BD-7F0F-5B6A-8B22-FE1D942D3B31}" dt="2026-03-03T20:11:26.561" v="119" actId="26606"/>
          <ac:spMkLst>
            <pc:docMk/>
            <pc:sldMk cId="0" sldId="266"/>
            <ac:spMk id="19" creationId="{2E92FA66-67D7-4CB4-94D3-E643A9AD4757}"/>
          </ac:spMkLst>
        </pc:spChg>
        <pc:spChg chg="add">
          <ac:chgData name="Francesco Castaldi" userId="872a80c9-521e-4bea-8f54-636f116dac91" providerId="ADAL" clId="{8B7127BD-7F0F-5B6A-8B22-FE1D942D3B31}" dt="2026-03-03T20:11:26.561" v="119" actId="26606"/>
          <ac:spMkLst>
            <pc:docMk/>
            <pc:sldMk cId="0" sldId="266"/>
            <ac:spMk id="24" creationId="{69D47016-023F-44BD-981C-50E7A10A6609}"/>
          </ac:spMkLst>
        </pc:spChg>
        <pc:spChg chg="add">
          <ac:chgData name="Francesco Castaldi" userId="872a80c9-521e-4bea-8f54-636f116dac91" providerId="ADAL" clId="{8B7127BD-7F0F-5B6A-8B22-FE1D942D3B31}" dt="2026-03-03T20:11:26.561" v="119" actId="26606"/>
          <ac:spMkLst>
            <pc:docMk/>
            <pc:sldMk cId="0" sldId="266"/>
            <ac:spMk id="26" creationId="{6D8B37B0-0682-433E-BC8D-498C04ABD9A7}"/>
          </ac:spMkLst>
        </pc:spChg>
        <pc:graphicFrameChg chg="mod ord modGraphic">
          <ac:chgData name="Francesco Castaldi" userId="872a80c9-521e-4bea-8f54-636f116dac91" providerId="ADAL" clId="{8B7127BD-7F0F-5B6A-8B22-FE1D942D3B31}" dt="2026-03-03T20:18:17.820" v="186" actId="207"/>
          <ac:graphicFrameMkLst>
            <pc:docMk/>
            <pc:sldMk cId="0" sldId="266"/>
            <ac:graphicFrameMk id="12" creationId="{00000000-0000-0000-0000-000000000000}"/>
          </ac:graphicFrameMkLst>
        </pc:graphicFrameChg>
        <pc:picChg chg="add mod">
          <ac:chgData name="Francesco Castaldi" userId="872a80c9-521e-4bea-8f54-636f116dac91" providerId="ADAL" clId="{8B7127BD-7F0F-5B6A-8B22-FE1D942D3B31}" dt="2026-03-03T20:11:26.561" v="119" actId="26606"/>
          <ac:picMkLst>
            <pc:docMk/>
            <pc:sldMk cId="0" sldId="266"/>
            <ac:picMk id="2" creationId="{F4F61CEE-F993-BA4D-19BA-FA5725218DDE}"/>
          </ac:picMkLst>
        </pc:picChg>
      </pc:sldChg>
      <pc:sldChg chg="addSp delSp modSp mod setBg">
        <pc:chgData name="Francesco Castaldi" userId="872a80c9-521e-4bea-8f54-636f116dac91" providerId="ADAL" clId="{8B7127BD-7F0F-5B6A-8B22-FE1D942D3B31}" dt="2026-03-03T20:18:25.819" v="189" actId="207"/>
        <pc:sldMkLst>
          <pc:docMk/>
          <pc:sldMk cId="0" sldId="267"/>
        </pc:sldMkLst>
        <pc:spChg chg="mod">
          <ac:chgData name="Francesco Castaldi" userId="872a80c9-521e-4bea-8f54-636f116dac91" providerId="ADAL" clId="{8B7127BD-7F0F-5B6A-8B22-FE1D942D3B31}" dt="2026-03-03T20:12:20.103" v="125" actId="26606"/>
          <ac:spMkLst>
            <pc:docMk/>
            <pc:sldMk cId="0" sldId="267"/>
            <ac:spMk id="3" creationId="{00000000-0000-0000-0000-000000000000}"/>
          </ac:spMkLst>
        </pc:spChg>
        <pc:spChg chg="mod">
          <ac:chgData name="Francesco Castaldi" userId="872a80c9-521e-4bea-8f54-636f116dac91" providerId="ADAL" clId="{8B7127BD-7F0F-5B6A-8B22-FE1D942D3B31}" dt="2026-03-03T20:12:20.103" v="125" actId="26606"/>
          <ac:spMkLst>
            <pc:docMk/>
            <pc:sldMk cId="0" sldId="267"/>
            <ac:spMk id="4" creationId="{00000000-0000-0000-0000-000000000000}"/>
          </ac:spMkLst>
        </pc:spChg>
        <pc:spChg chg="add del">
          <ac:chgData name="Francesco Castaldi" userId="872a80c9-521e-4bea-8f54-636f116dac91" providerId="ADAL" clId="{8B7127BD-7F0F-5B6A-8B22-FE1D942D3B31}" dt="2026-03-03T20:12:20.103" v="125" actId="26606"/>
          <ac:spMkLst>
            <pc:docMk/>
            <pc:sldMk cId="0" sldId="267"/>
            <ac:spMk id="18" creationId="{32AEEBC8-9D30-42EF-95F2-386C2653FBF0}"/>
          </ac:spMkLst>
        </pc:spChg>
        <pc:spChg chg="add del">
          <ac:chgData name="Francesco Castaldi" userId="872a80c9-521e-4bea-8f54-636f116dac91" providerId="ADAL" clId="{8B7127BD-7F0F-5B6A-8B22-FE1D942D3B31}" dt="2026-03-03T20:12:20.103" v="125" actId="26606"/>
          <ac:spMkLst>
            <pc:docMk/>
            <pc:sldMk cId="0" sldId="267"/>
            <ac:spMk id="20" creationId="{2E92FA66-67D7-4CB4-94D3-E643A9AD4757}"/>
          </ac:spMkLst>
        </pc:spChg>
        <pc:spChg chg="add">
          <ac:chgData name="Francesco Castaldi" userId="872a80c9-521e-4bea-8f54-636f116dac91" providerId="ADAL" clId="{8B7127BD-7F0F-5B6A-8B22-FE1D942D3B31}" dt="2026-03-03T20:12:20.103" v="125" actId="26606"/>
          <ac:spMkLst>
            <pc:docMk/>
            <pc:sldMk cId="0" sldId="267"/>
            <ac:spMk id="25" creationId="{69D47016-023F-44BD-981C-50E7A10A6609}"/>
          </ac:spMkLst>
        </pc:spChg>
        <pc:spChg chg="add">
          <ac:chgData name="Francesco Castaldi" userId="872a80c9-521e-4bea-8f54-636f116dac91" providerId="ADAL" clId="{8B7127BD-7F0F-5B6A-8B22-FE1D942D3B31}" dt="2026-03-03T20:12:20.103" v="125" actId="26606"/>
          <ac:spMkLst>
            <pc:docMk/>
            <pc:sldMk cId="0" sldId="267"/>
            <ac:spMk id="27" creationId="{6D8B37B0-0682-433E-BC8D-498C04ABD9A7}"/>
          </ac:spMkLst>
        </pc:spChg>
        <pc:graphicFrameChg chg="mod ord modGraphic">
          <ac:chgData name="Francesco Castaldi" userId="872a80c9-521e-4bea-8f54-636f116dac91" providerId="ADAL" clId="{8B7127BD-7F0F-5B6A-8B22-FE1D942D3B31}" dt="2026-03-03T20:18:25.819" v="189" actId="207"/>
          <ac:graphicFrameMkLst>
            <pc:docMk/>
            <pc:sldMk cId="0" sldId="267"/>
            <ac:graphicFrameMk id="13" creationId="{00000000-0000-0000-0000-000000000000}"/>
          </ac:graphicFrameMkLst>
        </pc:graphicFrameChg>
        <pc:picChg chg="add mod">
          <ac:chgData name="Francesco Castaldi" userId="872a80c9-521e-4bea-8f54-636f116dac91" providerId="ADAL" clId="{8B7127BD-7F0F-5B6A-8B22-FE1D942D3B31}" dt="2026-03-03T20:12:20.103" v="125" actId="26606"/>
          <ac:picMkLst>
            <pc:docMk/>
            <pc:sldMk cId="0" sldId="267"/>
            <ac:picMk id="2" creationId="{06E54682-2F3A-2D1A-6B5C-4E76BAA83456}"/>
          </ac:picMkLst>
        </pc:picChg>
      </pc:sldChg>
      <pc:sldChg chg="addSp delSp modSp mod">
        <pc:chgData name="Francesco Castaldi" userId="872a80c9-521e-4bea-8f54-636f116dac91" providerId="ADAL" clId="{8B7127BD-7F0F-5B6A-8B22-FE1D942D3B31}" dt="2026-03-03T20:13:11.637" v="133" actId="207"/>
        <pc:sldMkLst>
          <pc:docMk/>
          <pc:sldMk cId="0" sldId="268"/>
        </pc:sldMkLst>
        <pc:spChg chg="mod">
          <ac:chgData name="Francesco Castaldi" userId="872a80c9-521e-4bea-8f54-636f116dac91" providerId="ADAL" clId="{8B7127BD-7F0F-5B6A-8B22-FE1D942D3B31}" dt="2026-03-03T20:12:57.724" v="129" actId="207"/>
          <ac:spMkLst>
            <pc:docMk/>
            <pc:sldMk cId="0" sldId="268"/>
            <ac:spMk id="4" creationId="{00000000-0000-0000-0000-000000000000}"/>
          </ac:spMkLst>
        </pc:spChg>
        <pc:spChg chg="mod">
          <ac:chgData name="Francesco Castaldi" userId="872a80c9-521e-4bea-8f54-636f116dac91" providerId="ADAL" clId="{8B7127BD-7F0F-5B6A-8B22-FE1D942D3B31}" dt="2026-03-03T20:13:08.890" v="132" actId="207"/>
          <ac:spMkLst>
            <pc:docMk/>
            <pc:sldMk cId="0" sldId="268"/>
            <ac:spMk id="5" creationId="{00000000-0000-0000-0000-000000000000}"/>
          </ac:spMkLst>
        </pc:spChg>
        <pc:spChg chg="mod">
          <ac:chgData name="Francesco Castaldi" userId="872a80c9-521e-4bea-8f54-636f116dac91" providerId="ADAL" clId="{8B7127BD-7F0F-5B6A-8B22-FE1D942D3B31}" dt="2026-03-03T20:13:11.637" v="133" actId="207"/>
          <ac:spMkLst>
            <pc:docMk/>
            <pc:sldMk cId="0" sldId="268"/>
            <ac:spMk id="7" creationId="{00000000-0000-0000-0000-000000000000}"/>
          </ac:spMkLst>
        </pc:spChg>
        <pc:picChg chg="add del mod">
          <ac:chgData name="Francesco Castaldi" userId="872a80c9-521e-4bea-8f54-636f116dac91" providerId="ADAL" clId="{8B7127BD-7F0F-5B6A-8B22-FE1D942D3B31}" dt="2026-03-03T20:12:55.279" v="128" actId="21"/>
          <ac:picMkLst>
            <pc:docMk/>
            <pc:sldMk cId="0" sldId="268"/>
            <ac:picMk id="9" creationId="{88644856-1A52-6294-50C9-9BA2655BC7B8}"/>
          </ac:picMkLst>
        </pc:picChg>
      </pc:sldChg>
      <pc:sldChg chg="addSp delSp modSp mod setBg">
        <pc:chgData name="Francesco Castaldi" userId="872a80c9-521e-4bea-8f54-636f116dac91" providerId="ADAL" clId="{8B7127BD-7F0F-5B6A-8B22-FE1D942D3B31}" dt="2026-03-03T20:18:35.653" v="191" actId="207"/>
        <pc:sldMkLst>
          <pc:docMk/>
          <pc:sldMk cId="0" sldId="269"/>
        </pc:sldMkLst>
        <pc:spChg chg="mod">
          <ac:chgData name="Francesco Castaldi" userId="872a80c9-521e-4bea-8f54-636f116dac91" providerId="ADAL" clId="{8B7127BD-7F0F-5B6A-8B22-FE1D942D3B31}" dt="2026-03-03T20:13:36.731" v="136" actId="26606"/>
          <ac:spMkLst>
            <pc:docMk/>
            <pc:sldMk cId="0" sldId="269"/>
            <ac:spMk id="3" creationId="{00000000-0000-0000-0000-000000000000}"/>
          </ac:spMkLst>
        </pc:spChg>
        <pc:spChg chg="mod">
          <ac:chgData name="Francesco Castaldi" userId="872a80c9-521e-4bea-8f54-636f116dac91" providerId="ADAL" clId="{8B7127BD-7F0F-5B6A-8B22-FE1D942D3B31}" dt="2026-03-03T20:13:36.731" v="136" actId="26606"/>
          <ac:spMkLst>
            <pc:docMk/>
            <pc:sldMk cId="0" sldId="269"/>
            <ac:spMk id="4" creationId="{00000000-0000-0000-0000-000000000000}"/>
          </ac:spMkLst>
        </pc:spChg>
        <pc:spChg chg="add del">
          <ac:chgData name="Francesco Castaldi" userId="872a80c9-521e-4bea-8f54-636f116dac91" providerId="ADAL" clId="{8B7127BD-7F0F-5B6A-8B22-FE1D942D3B31}" dt="2026-03-03T20:13:36.731" v="136" actId="26606"/>
          <ac:spMkLst>
            <pc:docMk/>
            <pc:sldMk cId="0" sldId="269"/>
            <ac:spMk id="20" creationId="{2550BE34-C2B8-49B8-8519-67A8CAD51AE9}"/>
          </ac:spMkLst>
        </pc:spChg>
        <pc:spChg chg="add del">
          <ac:chgData name="Francesco Castaldi" userId="872a80c9-521e-4bea-8f54-636f116dac91" providerId="ADAL" clId="{8B7127BD-7F0F-5B6A-8B22-FE1D942D3B31}" dt="2026-03-03T20:13:36.731" v="136" actId="26606"/>
          <ac:spMkLst>
            <pc:docMk/>
            <pc:sldMk cId="0" sldId="269"/>
            <ac:spMk id="22" creationId="{A7457DD9-5A45-400A-AB4B-4B4EDECA25F1}"/>
          </ac:spMkLst>
        </pc:spChg>
        <pc:spChg chg="add del">
          <ac:chgData name="Francesco Castaldi" userId="872a80c9-521e-4bea-8f54-636f116dac91" providerId="ADAL" clId="{8B7127BD-7F0F-5B6A-8B22-FE1D942D3B31}" dt="2026-03-03T20:13:36.731" v="136" actId="26606"/>
          <ac:spMkLst>
            <pc:docMk/>
            <pc:sldMk cId="0" sldId="269"/>
            <ac:spMk id="24" creationId="{441CF7D6-A660-431A-B0BB-140A0D5556B6}"/>
          </ac:spMkLst>
        </pc:spChg>
        <pc:spChg chg="add del">
          <ac:chgData name="Francesco Castaldi" userId="872a80c9-521e-4bea-8f54-636f116dac91" providerId="ADAL" clId="{8B7127BD-7F0F-5B6A-8B22-FE1D942D3B31}" dt="2026-03-03T20:13:36.731" v="136" actId="26606"/>
          <ac:spMkLst>
            <pc:docMk/>
            <pc:sldMk cId="0" sldId="269"/>
            <ac:spMk id="26" creationId="{0570A85B-3810-4F95-97B0-CBF4CCDB381C}"/>
          </ac:spMkLst>
        </pc:spChg>
        <pc:spChg chg="add">
          <ac:chgData name="Francesco Castaldi" userId="872a80c9-521e-4bea-8f54-636f116dac91" providerId="ADAL" clId="{8B7127BD-7F0F-5B6A-8B22-FE1D942D3B31}" dt="2026-03-03T20:13:36.731" v="136" actId="26606"/>
          <ac:spMkLst>
            <pc:docMk/>
            <pc:sldMk cId="0" sldId="269"/>
            <ac:spMk id="31" creationId="{69D47016-023F-44BD-981C-50E7A10A6609}"/>
          </ac:spMkLst>
        </pc:spChg>
        <pc:spChg chg="add">
          <ac:chgData name="Francesco Castaldi" userId="872a80c9-521e-4bea-8f54-636f116dac91" providerId="ADAL" clId="{8B7127BD-7F0F-5B6A-8B22-FE1D942D3B31}" dt="2026-03-03T20:13:36.731" v="136" actId="26606"/>
          <ac:spMkLst>
            <pc:docMk/>
            <pc:sldMk cId="0" sldId="269"/>
            <ac:spMk id="33" creationId="{6D8B37B0-0682-433E-BC8D-498C04ABD9A7}"/>
          </ac:spMkLst>
        </pc:spChg>
        <pc:graphicFrameChg chg="mod ord modGraphic">
          <ac:chgData name="Francesco Castaldi" userId="872a80c9-521e-4bea-8f54-636f116dac91" providerId="ADAL" clId="{8B7127BD-7F0F-5B6A-8B22-FE1D942D3B31}" dt="2026-03-03T20:18:35.653" v="191" actId="207"/>
          <ac:graphicFrameMkLst>
            <pc:docMk/>
            <pc:sldMk cId="0" sldId="269"/>
            <ac:graphicFrameMk id="15" creationId="{00000000-0000-0000-0000-000000000000}"/>
          </ac:graphicFrameMkLst>
        </pc:graphicFrameChg>
        <pc:picChg chg="add mod">
          <ac:chgData name="Francesco Castaldi" userId="872a80c9-521e-4bea-8f54-636f116dac91" providerId="ADAL" clId="{8B7127BD-7F0F-5B6A-8B22-FE1D942D3B31}" dt="2026-03-03T20:13:36.731" v="136" actId="26606"/>
          <ac:picMkLst>
            <pc:docMk/>
            <pc:sldMk cId="0" sldId="269"/>
            <ac:picMk id="2" creationId="{561AD5CB-A075-8708-BAF9-C4BA65D10BFA}"/>
          </ac:picMkLst>
        </pc:picChg>
      </pc:sldChg>
      <pc:sldChg chg="addSp delSp modSp mod setBg">
        <pc:chgData name="Francesco Castaldi" userId="872a80c9-521e-4bea-8f54-636f116dac91" providerId="ADAL" clId="{8B7127BD-7F0F-5B6A-8B22-FE1D942D3B31}" dt="2026-03-03T20:14:05.769" v="141" actId="26606"/>
        <pc:sldMkLst>
          <pc:docMk/>
          <pc:sldMk cId="0" sldId="270"/>
        </pc:sldMkLst>
        <pc:spChg chg="mod">
          <ac:chgData name="Francesco Castaldi" userId="872a80c9-521e-4bea-8f54-636f116dac91" providerId="ADAL" clId="{8B7127BD-7F0F-5B6A-8B22-FE1D942D3B31}" dt="2026-03-03T20:14:05.769" v="141" actId="26606"/>
          <ac:spMkLst>
            <pc:docMk/>
            <pc:sldMk cId="0" sldId="270"/>
            <ac:spMk id="3" creationId="{00000000-0000-0000-0000-000000000000}"/>
          </ac:spMkLst>
        </pc:spChg>
        <pc:spChg chg="mod">
          <ac:chgData name="Francesco Castaldi" userId="872a80c9-521e-4bea-8f54-636f116dac91" providerId="ADAL" clId="{8B7127BD-7F0F-5B6A-8B22-FE1D942D3B31}" dt="2026-03-03T20:14:05.769" v="141" actId="26606"/>
          <ac:spMkLst>
            <pc:docMk/>
            <pc:sldMk cId="0" sldId="270"/>
            <ac:spMk id="4" creationId="{00000000-0000-0000-0000-000000000000}"/>
          </ac:spMkLst>
        </pc:spChg>
        <pc:spChg chg="add del">
          <ac:chgData name="Francesco Castaldi" userId="872a80c9-521e-4bea-8f54-636f116dac91" providerId="ADAL" clId="{8B7127BD-7F0F-5B6A-8B22-FE1D942D3B31}" dt="2026-03-03T20:14:05.769" v="141" actId="26606"/>
          <ac:spMkLst>
            <pc:docMk/>
            <pc:sldMk cId="0" sldId="270"/>
            <ac:spMk id="21" creationId="{32AEEBC8-9D30-42EF-95F2-386C2653FBF0}"/>
          </ac:spMkLst>
        </pc:spChg>
        <pc:spChg chg="add del">
          <ac:chgData name="Francesco Castaldi" userId="872a80c9-521e-4bea-8f54-636f116dac91" providerId="ADAL" clId="{8B7127BD-7F0F-5B6A-8B22-FE1D942D3B31}" dt="2026-03-03T20:14:05.769" v="141" actId="26606"/>
          <ac:spMkLst>
            <pc:docMk/>
            <pc:sldMk cId="0" sldId="270"/>
            <ac:spMk id="23" creationId="{2E92FA66-67D7-4CB4-94D3-E643A9AD4757}"/>
          </ac:spMkLst>
        </pc:spChg>
        <pc:spChg chg="add del">
          <ac:chgData name="Francesco Castaldi" userId="872a80c9-521e-4bea-8f54-636f116dac91" providerId="ADAL" clId="{8B7127BD-7F0F-5B6A-8B22-FE1D942D3B31}" dt="2026-03-03T20:14:05.756" v="140" actId="26606"/>
          <ac:spMkLst>
            <pc:docMk/>
            <pc:sldMk cId="0" sldId="270"/>
            <ac:spMk id="28" creationId="{385E1BDC-A9B0-4A87-82E3-F3187F69A802}"/>
          </ac:spMkLst>
        </pc:spChg>
        <pc:spChg chg="add del">
          <ac:chgData name="Francesco Castaldi" userId="872a80c9-521e-4bea-8f54-636f116dac91" providerId="ADAL" clId="{8B7127BD-7F0F-5B6A-8B22-FE1D942D3B31}" dt="2026-03-03T20:14:05.756" v="140" actId="26606"/>
          <ac:spMkLst>
            <pc:docMk/>
            <pc:sldMk cId="0" sldId="270"/>
            <ac:spMk id="30" creationId="{0990C621-3B8B-4820-8328-D47EF7CE823C}"/>
          </ac:spMkLst>
        </pc:spChg>
        <pc:spChg chg="add del">
          <ac:chgData name="Francesco Castaldi" userId="872a80c9-521e-4bea-8f54-636f116dac91" providerId="ADAL" clId="{8B7127BD-7F0F-5B6A-8B22-FE1D942D3B31}" dt="2026-03-03T20:14:05.756" v="140" actId="26606"/>
          <ac:spMkLst>
            <pc:docMk/>
            <pc:sldMk cId="0" sldId="270"/>
            <ac:spMk id="32" creationId="{C1A2385B-1D2A-4E17-84FA-6CB7F0AAE473}"/>
          </ac:spMkLst>
        </pc:spChg>
        <pc:spChg chg="add del">
          <ac:chgData name="Francesco Castaldi" userId="872a80c9-521e-4bea-8f54-636f116dac91" providerId="ADAL" clId="{8B7127BD-7F0F-5B6A-8B22-FE1D942D3B31}" dt="2026-03-03T20:14:05.756" v="140" actId="26606"/>
          <ac:spMkLst>
            <pc:docMk/>
            <pc:sldMk cId="0" sldId="270"/>
            <ac:spMk id="34" creationId="{5E791F2F-79DB-4CC0-9FA1-001E3E91E8B7}"/>
          </ac:spMkLst>
        </pc:spChg>
        <pc:spChg chg="add">
          <ac:chgData name="Francesco Castaldi" userId="872a80c9-521e-4bea-8f54-636f116dac91" providerId="ADAL" clId="{8B7127BD-7F0F-5B6A-8B22-FE1D942D3B31}" dt="2026-03-03T20:14:05.769" v="141" actId="26606"/>
          <ac:spMkLst>
            <pc:docMk/>
            <pc:sldMk cId="0" sldId="270"/>
            <ac:spMk id="36" creationId="{69D47016-023F-44BD-981C-50E7A10A6609}"/>
          </ac:spMkLst>
        </pc:spChg>
        <pc:spChg chg="add">
          <ac:chgData name="Francesco Castaldi" userId="872a80c9-521e-4bea-8f54-636f116dac91" providerId="ADAL" clId="{8B7127BD-7F0F-5B6A-8B22-FE1D942D3B31}" dt="2026-03-03T20:14:05.769" v="141" actId="26606"/>
          <ac:spMkLst>
            <pc:docMk/>
            <pc:sldMk cId="0" sldId="270"/>
            <ac:spMk id="37" creationId="{6D8B37B0-0682-433E-BC8D-498C04ABD9A7}"/>
          </ac:spMkLst>
        </pc:spChg>
        <pc:graphicFrameChg chg="mod ord modGraphic">
          <ac:chgData name="Francesco Castaldi" userId="872a80c9-521e-4bea-8f54-636f116dac91" providerId="ADAL" clId="{8B7127BD-7F0F-5B6A-8B22-FE1D942D3B31}" dt="2026-03-03T20:14:05.769" v="141" actId="26606"/>
          <ac:graphicFrameMkLst>
            <pc:docMk/>
            <pc:sldMk cId="0" sldId="270"/>
            <ac:graphicFrameMk id="16" creationId="{00000000-0000-0000-0000-000000000000}"/>
          </ac:graphicFrameMkLst>
        </pc:graphicFrameChg>
        <pc:picChg chg="add mod">
          <ac:chgData name="Francesco Castaldi" userId="872a80c9-521e-4bea-8f54-636f116dac91" providerId="ADAL" clId="{8B7127BD-7F0F-5B6A-8B22-FE1D942D3B31}" dt="2026-03-03T20:14:05.769" v="141" actId="26606"/>
          <ac:picMkLst>
            <pc:docMk/>
            <pc:sldMk cId="0" sldId="270"/>
            <ac:picMk id="2" creationId="{CFEE6C63-11DF-0357-77AE-BEF0D43869D0}"/>
          </ac:picMkLst>
        </pc:picChg>
      </pc:sldChg>
      <pc:sldChg chg="addSp modSp mod setBg">
        <pc:chgData name="Francesco Castaldi" userId="872a80c9-521e-4bea-8f54-636f116dac91" providerId="ADAL" clId="{8B7127BD-7F0F-5B6A-8B22-FE1D942D3B31}" dt="2026-03-03T20:18:42.320" v="193" actId="207"/>
        <pc:sldMkLst>
          <pc:docMk/>
          <pc:sldMk cId="0" sldId="271"/>
        </pc:sldMkLst>
        <pc:spChg chg="mod">
          <ac:chgData name="Francesco Castaldi" userId="872a80c9-521e-4bea-8f54-636f116dac91" providerId="ADAL" clId="{8B7127BD-7F0F-5B6A-8B22-FE1D942D3B31}" dt="2026-03-03T20:14:14.593" v="142" actId="26606"/>
          <ac:spMkLst>
            <pc:docMk/>
            <pc:sldMk cId="0" sldId="271"/>
            <ac:spMk id="3" creationId="{00000000-0000-0000-0000-000000000000}"/>
          </ac:spMkLst>
        </pc:spChg>
        <pc:spChg chg="mod">
          <ac:chgData name="Francesco Castaldi" userId="872a80c9-521e-4bea-8f54-636f116dac91" providerId="ADAL" clId="{8B7127BD-7F0F-5B6A-8B22-FE1D942D3B31}" dt="2026-03-03T20:14:14.593" v="142" actId="26606"/>
          <ac:spMkLst>
            <pc:docMk/>
            <pc:sldMk cId="0" sldId="271"/>
            <ac:spMk id="4" creationId="{00000000-0000-0000-0000-000000000000}"/>
          </ac:spMkLst>
        </pc:spChg>
        <pc:spChg chg="add">
          <ac:chgData name="Francesco Castaldi" userId="872a80c9-521e-4bea-8f54-636f116dac91" providerId="ADAL" clId="{8B7127BD-7F0F-5B6A-8B22-FE1D942D3B31}" dt="2026-03-03T20:14:14.593" v="142" actId="26606"/>
          <ac:spMkLst>
            <pc:docMk/>
            <pc:sldMk cId="0" sldId="271"/>
            <ac:spMk id="22" creationId="{32AEEBC8-9D30-42EF-95F2-386C2653FBF0}"/>
          </ac:spMkLst>
        </pc:spChg>
        <pc:spChg chg="add">
          <ac:chgData name="Francesco Castaldi" userId="872a80c9-521e-4bea-8f54-636f116dac91" providerId="ADAL" clId="{8B7127BD-7F0F-5B6A-8B22-FE1D942D3B31}" dt="2026-03-03T20:14:14.593" v="142" actId="26606"/>
          <ac:spMkLst>
            <pc:docMk/>
            <pc:sldMk cId="0" sldId="271"/>
            <ac:spMk id="24" creationId="{2E92FA66-67D7-4CB4-94D3-E643A9AD4757}"/>
          </ac:spMkLst>
        </pc:spChg>
        <pc:graphicFrameChg chg="mod ord modGraphic">
          <ac:chgData name="Francesco Castaldi" userId="872a80c9-521e-4bea-8f54-636f116dac91" providerId="ADAL" clId="{8B7127BD-7F0F-5B6A-8B22-FE1D942D3B31}" dt="2026-03-03T20:18:42.320" v="193" actId="207"/>
          <ac:graphicFrameMkLst>
            <pc:docMk/>
            <pc:sldMk cId="0" sldId="271"/>
            <ac:graphicFrameMk id="17" creationId="{00000000-0000-0000-0000-000000000000}"/>
          </ac:graphicFrameMkLst>
        </pc:graphicFrameChg>
      </pc:sldChg>
      <pc:sldChg chg="modSp mod">
        <pc:chgData name="Francesco Castaldi" userId="872a80c9-521e-4bea-8f54-636f116dac91" providerId="ADAL" clId="{8B7127BD-7F0F-5B6A-8B22-FE1D942D3B31}" dt="2026-03-03T20:18:58.957" v="196" actId="207"/>
        <pc:sldMkLst>
          <pc:docMk/>
          <pc:sldMk cId="0" sldId="272"/>
        </pc:sldMkLst>
        <pc:spChg chg="mod">
          <ac:chgData name="Francesco Castaldi" userId="872a80c9-521e-4bea-8f54-636f116dac91" providerId="ADAL" clId="{8B7127BD-7F0F-5B6A-8B22-FE1D942D3B31}" dt="2026-03-03T20:18:53.318" v="195" actId="207"/>
          <ac:spMkLst>
            <pc:docMk/>
            <pc:sldMk cId="0" sldId="272"/>
            <ac:spMk id="4" creationId="{00000000-0000-0000-0000-000000000000}"/>
          </ac:spMkLst>
        </pc:spChg>
        <pc:spChg chg="mod">
          <ac:chgData name="Francesco Castaldi" userId="872a80c9-521e-4bea-8f54-636f116dac91" providerId="ADAL" clId="{8B7127BD-7F0F-5B6A-8B22-FE1D942D3B31}" dt="2026-03-03T20:18:49.937" v="194" actId="207"/>
          <ac:spMkLst>
            <pc:docMk/>
            <pc:sldMk cId="0" sldId="272"/>
            <ac:spMk id="6" creationId="{00000000-0000-0000-0000-000000000000}"/>
          </ac:spMkLst>
        </pc:spChg>
        <pc:spChg chg="mod">
          <ac:chgData name="Francesco Castaldi" userId="872a80c9-521e-4bea-8f54-636f116dac91" providerId="ADAL" clId="{8B7127BD-7F0F-5B6A-8B22-FE1D942D3B31}" dt="2026-03-03T20:18:58.957" v="196" actId="207"/>
          <ac:spMkLst>
            <pc:docMk/>
            <pc:sldMk cId="0" sldId="272"/>
            <ac:spMk id="8" creationId="{00000000-0000-0000-0000-000000000000}"/>
          </ac:spMkLst>
        </pc:spChg>
      </pc:sldChg>
      <pc:sldChg chg="addSp modSp mod setBg">
        <pc:chgData name="Francesco Castaldi" userId="872a80c9-521e-4bea-8f54-636f116dac91" providerId="ADAL" clId="{8B7127BD-7F0F-5B6A-8B22-FE1D942D3B31}" dt="2026-03-03T20:16:15.351" v="149" actId="1076"/>
        <pc:sldMkLst>
          <pc:docMk/>
          <pc:sldMk cId="0" sldId="273"/>
        </pc:sldMkLst>
        <pc:spChg chg="mod">
          <ac:chgData name="Francesco Castaldi" userId="872a80c9-521e-4bea-8f54-636f116dac91" providerId="ADAL" clId="{8B7127BD-7F0F-5B6A-8B22-FE1D942D3B31}" dt="2026-03-03T20:14:29.820" v="143" actId="26606"/>
          <ac:spMkLst>
            <pc:docMk/>
            <pc:sldMk cId="0" sldId="273"/>
            <ac:spMk id="2" creationId="{00000000-0000-0000-0000-000000000000}"/>
          </ac:spMkLst>
        </pc:spChg>
        <pc:spChg chg="mod">
          <ac:chgData name="Francesco Castaldi" userId="872a80c9-521e-4bea-8f54-636f116dac91" providerId="ADAL" clId="{8B7127BD-7F0F-5B6A-8B22-FE1D942D3B31}" dt="2026-03-03T20:14:29.820" v="143" actId="26606"/>
          <ac:spMkLst>
            <pc:docMk/>
            <pc:sldMk cId="0" sldId="273"/>
            <ac:spMk id="3" creationId="{00000000-0000-0000-0000-000000000000}"/>
          </ac:spMkLst>
        </pc:spChg>
        <pc:spChg chg="mod">
          <ac:chgData name="Francesco Castaldi" userId="872a80c9-521e-4bea-8f54-636f116dac91" providerId="ADAL" clId="{8B7127BD-7F0F-5B6A-8B22-FE1D942D3B31}" dt="2026-03-03T20:14:29.820" v="143" actId="26606"/>
          <ac:spMkLst>
            <pc:docMk/>
            <pc:sldMk cId="0" sldId="273"/>
            <ac:spMk id="4" creationId="{00000000-0000-0000-0000-000000000000}"/>
          </ac:spMkLst>
        </pc:spChg>
        <pc:spChg chg="add">
          <ac:chgData name="Francesco Castaldi" userId="872a80c9-521e-4bea-8f54-636f116dac91" providerId="ADAL" clId="{8B7127BD-7F0F-5B6A-8B22-FE1D942D3B31}" dt="2026-03-03T20:14:29.820" v="143" actId="26606"/>
          <ac:spMkLst>
            <pc:docMk/>
            <pc:sldMk cId="0" sldId="273"/>
            <ac:spMk id="9" creationId="{100EDD19-6802-4EC3-95CE-CFFAB042CFD6}"/>
          </ac:spMkLst>
        </pc:spChg>
        <pc:spChg chg="add">
          <ac:chgData name="Francesco Castaldi" userId="872a80c9-521e-4bea-8f54-636f116dac91" providerId="ADAL" clId="{8B7127BD-7F0F-5B6A-8B22-FE1D942D3B31}" dt="2026-03-03T20:14:29.820" v="143" actId="26606"/>
          <ac:spMkLst>
            <pc:docMk/>
            <pc:sldMk cId="0" sldId="273"/>
            <ac:spMk id="11" creationId="{DB17E863-922E-4C26-BD64-E8FD41D28661}"/>
          </ac:spMkLst>
        </pc:spChg>
        <pc:picChg chg="add mod">
          <ac:chgData name="Francesco Castaldi" userId="872a80c9-521e-4bea-8f54-636f116dac91" providerId="ADAL" clId="{8B7127BD-7F0F-5B6A-8B22-FE1D942D3B31}" dt="2026-03-03T20:16:15.351" v="149" actId="1076"/>
          <ac:picMkLst>
            <pc:docMk/>
            <pc:sldMk cId="0" sldId="273"/>
            <ac:picMk id="5" creationId="{6F37849F-03ED-7E97-CF43-6CBAF402C152}"/>
          </ac:picMkLst>
        </pc:picChg>
      </pc:sldChg>
      <pc:sldChg chg="addSp delSp modSp mod setBg">
        <pc:chgData name="Francesco Castaldi" userId="872a80c9-521e-4bea-8f54-636f116dac91" providerId="ADAL" clId="{8B7127BD-7F0F-5B6A-8B22-FE1D942D3B31}" dt="2026-03-03T20:16:35.238" v="156" actId="122"/>
        <pc:sldMkLst>
          <pc:docMk/>
          <pc:sldMk cId="0" sldId="274"/>
        </pc:sldMkLst>
        <pc:spChg chg="mod">
          <ac:chgData name="Francesco Castaldi" userId="872a80c9-521e-4bea-8f54-636f116dac91" providerId="ADAL" clId="{8B7127BD-7F0F-5B6A-8B22-FE1D942D3B31}" dt="2026-03-03T20:16:35.238" v="156" actId="122"/>
          <ac:spMkLst>
            <pc:docMk/>
            <pc:sldMk cId="0" sldId="274"/>
            <ac:spMk id="2" creationId="{00000000-0000-0000-0000-000000000000}"/>
          </ac:spMkLst>
        </pc:spChg>
        <pc:spChg chg="mod">
          <ac:chgData name="Francesco Castaldi" userId="872a80c9-521e-4bea-8f54-636f116dac91" providerId="ADAL" clId="{8B7127BD-7F0F-5B6A-8B22-FE1D942D3B31}" dt="2026-03-03T20:16:26.187" v="152" actId="14100"/>
          <ac:spMkLst>
            <pc:docMk/>
            <pc:sldMk cId="0" sldId="274"/>
            <ac:spMk id="4" creationId="{00000000-0000-0000-0000-000000000000}"/>
          </ac:spMkLst>
        </pc:spChg>
        <pc:spChg chg="add del mod">
          <ac:chgData name="Francesco Castaldi" userId="872a80c9-521e-4bea-8f54-636f116dac91" providerId="ADAL" clId="{8B7127BD-7F0F-5B6A-8B22-FE1D942D3B31}" dt="2026-03-03T20:16:27.262" v="154"/>
          <ac:spMkLst>
            <pc:docMk/>
            <pc:sldMk cId="0" sldId="274"/>
            <ac:spMk id="5" creationId="{0835E005-AF7C-F8A1-0C2D-A967F6CAAC5B}"/>
          </ac:spMkLst>
        </pc:spChg>
        <pc:spChg chg="add">
          <ac:chgData name="Francesco Castaldi" userId="872a80c9-521e-4bea-8f54-636f116dac91" providerId="ADAL" clId="{8B7127BD-7F0F-5B6A-8B22-FE1D942D3B31}" dt="2026-03-03T20:16:22.110" v="151" actId="26606"/>
          <ac:spMkLst>
            <pc:docMk/>
            <pc:sldMk cId="0" sldId="274"/>
            <ac:spMk id="10" creationId="{BAD76F3E-3A97-486B-B402-44400A8B9173}"/>
          </ac:spMkLst>
        </pc:spChg>
        <pc:spChg chg="add">
          <ac:chgData name="Francesco Castaldi" userId="872a80c9-521e-4bea-8f54-636f116dac91" providerId="ADAL" clId="{8B7127BD-7F0F-5B6A-8B22-FE1D942D3B31}" dt="2026-03-03T20:16:22.110" v="151" actId="26606"/>
          <ac:spMkLst>
            <pc:docMk/>
            <pc:sldMk cId="0" sldId="274"/>
            <ac:spMk id="12" creationId="{391F6B52-91F4-4AEB-B6DB-29FEBCF28C8B}"/>
          </ac:spMkLst>
        </pc:spChg>
        <pc:spChg chg="add">
          <ac:chgData name="Francesco Castaldi" userId="872a80c9-521e-4bea-8f54-636f116dac91" providerId="ADAL" clId="{8B7127BD-7F0F-5B6A-8B22-FE1D942D3B31}" dt="2026-03-03T20:16:22.110" v="151" actId="26606"/>
          <ac:spMkLst>
            <pc:docMk/>
            <pc:sldMk cId="0" sldId="274"/>
            <ac:spMk id="14" creationId="{2CD6F061-7C53-44F4-9794-953DB70A451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9958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23">
            <a:extLst>
              <a:ext uri="{FF2B5EF4-FFF2-40B4-BE49-F238E27FC236}">
                <a16:creationId xmlns:a16="http://schemas.microsoft.com/office/drawing/2014/main" id="{B35D3C1D-A6AE-4FCA-BB76-A4748CE5D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18657" y="1024104"/>
            <a:ext cx="8233853" cy="2673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Hospital Sanitization Tracker</a:t>
            </a: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88208" y="4394597"/>
            <a:ext cx="8195310" cy="365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1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Tracciabilità delle sanificazioni ospedaliere su blockchain</a:t>
            </a:r>
          </a:p>
        </p:txBody>
      </p:sp>
      <p:sp>
        <p:nvSpPr>
          <p:cNvPr id="48" name="Rectangle 25">
            <a:extLst>
              <a:ext uri="{FF2B5EF4-FFF2-40B4-BE49-F238E27FC236}">
                <a16:creationId xmlns:a16="http://schemas.microsoft.com/office/drawing/2014/main" id="{6D5BF818-2283-4CC9-A120-9225CEDFA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35012"/>
            <a:ext cx="96012" cy="18516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Rectangle 27">
            <a:extLst>
              <a:ext uri="{FF2B5EF4-FFF2-40B4-BE49-F238E27FC236}">
                <a16:creationId xmlns:a16="http://schemas.microsoft.com/office/drawing/2014/main" id="{063A42EF-20CC-4BCC-9D0B-222CF3AAE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8208" y="4373451"/>
            <a:ext cx="819531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730216" y="3324225"/>
            <a:ext cx="568356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Francesco Castaldi • Blockchain and Cryptocurrencies • Università di Bologna • Febbraio 2026</a:t>
            </a:r>
            <a:endParaRPr lang="en-US" sz="1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273843"/>
            <a:ext cx="8375585" cy="1566988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/>
          <p:cNvSpPr/>
          <p:nvPr/>
        </p:nvSpPr>
        <p:spPr>
          <a:xfrm>
            <a:off x="785059" y="440116"/>
            <a:ext cx="2670189" cy="1234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Introduzione al Progetto</a:t>
            </a:r>
            <a:endParaRPr lang="en-US" sz="2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793304"/>
            <a:ext cx="96012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82656" y="1050479"/>
            <a:ext cx="109728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4013373" y="440116"/>
            <a:ext cx="4501977" cy="1234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it-IT" sz="1400" dirty="0" err="1"/>
              <a:t>HospitalSanitizationTracker</a:t>
            </a:r>
            <a:r>
              <a:rPr lang="it-IT" sz="1400" dirty="0"/>
              <a:t> è una piattaforma basata su blockchain </a:t>
            </a:r>
            <a:r>
              <a:rPr lang="it-IT" sz="1400" dirty="0" err="1"/>
              <a:t>Ethereum</a:t>
            </a:r>
            <a:r>
              <a:rPr lang="it-IT" sz="1400" dirty="0"/>
              <a:t> </a:t>
            </a:r>
            <a:r>
              <a:rPr lang="it-IT" sz="1400" dirty="0" err="1"/>
              <a:t>Sepolia</a:t>
            </a:r>
            <a:r>
              <a:rPr lang="it-IT" sz="1400" dirty="0"/>
              <a:t> che traccia le operazioni di sanificazione ospedaliera.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it-IT" sz="1400" dirty="0"/>
              <a:t>Ogni intervento genera un evento immutabile sulla </a:t>
            </a:r>
            <a:r>
              <a:rPr lang="it-IT" sz="1400" dirty="0" err="1"/>
              <a:t>testnet</a:t>
            </a:r>
            <a:r>
              <a:rPr lang="it-IT" sz="1400" dirty="0"/>
              <a:t> </a:t>
            </a:r>
            <a:r>
              <a:rPr lang="it-IT" sz="1400" dirty="0" err="1"/>
              <a:t>Sepolia</a:t>
            </a:r>
            <a:r>
              <a:rPr lang="it-IT" sz="1400" dirty="0"/>
              <a:t>, consentendo audit trasparenti e verifiche da terze parti.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923629"/>
              </p:ext>
            </p:extLst>
          </p:nvPr>
        </p:nvGraphicFramePr>
        <p:xfrm>
          <a:off x="418338" y="2249928"/>
          <a:ext cx="8373618" cy="2214127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475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98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5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0" cap="none" spc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Aspetto</a:t>
                      </a:r>
                      <a:endParaRPr lang="en-US" sz="2400" b="0" cap="none" spc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6114" marR="136114" marT="136114" marB="6805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0" cap="none" spc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Caratteristica</a:t>
                      </a:r>
                      <a:endParaRPr lang="en-US" sz="2400" b="0" cap="none" spc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6114" marR="136114" marT="136114" marB="6805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Dominio</a:t>
                      </a:r>
                      <a:endParaRPr lang="en-US" sz="1800" cap="none" spc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6114" marR="136114" marT="136114" marB="680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Sanificazioni ospedaliere</a:t>
                      </a:r>
                      <a:endParaRPr lang="en-US" sz="1800" cap="none" spc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6114" marR="136114" marT="136114" marB="680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Tecnologia</a:t>
                      </a:r>
                      <a:endParaRPr lang="en-US" sz="1800" cap="none" spc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6114" marR="136114" marT="136114" marB="680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Blockchain Ethereum (Sepolia)</a:t>
                      </a:r>
                      <a:endParaRPr lang="en-US" sz="1800" cap="none" spc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6114" marR="136114" marT="136114" marB="680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Ispirazione</a:t>
                      </a:r>
                      <a:endParaRPr lang="en-US" sz="1800" cap="none" spc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6114" marR="136114" marT="136114" marB="680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Proposal #7 - DLTs for Supply Chain</a:t>
                      </a:r>
                      <a:endParaRPr lang="en-US" sz="1800" cap="none" spc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6114" marR="136114" marT="136114" marB="680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1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273843"/>
            <a:ext cx="8375585" cy="1566988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0"/>
          <p:cNvSpPr/>
          <p:nvPr/>
        </p:nvSpPr>
        <p:spPr>
          <a:xfrm>
            <a:off x="788670" y="440116"/>
            <a:ext cx="2743200" cy="1234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>
                <a:latin typeface="+mj-lt"/>
                <a:ea typeface="+mj-ea"/>
                <a:cs typeface="+mj-cs"/>
              </a:rPr>
              <a:t>Il Problema dei Sistemi Tradizionali</a:t>
            </a:r>
            <a:endParaRPr lang="en-US" sz="2400">
              <a:latin typeface="+mj-lt"/>
              <a:ea typeface="+mj-ea"/>
              <a:cs typeface="+mj-cs"/>
            </a:endParaRPr>
          </a:p>
        </p:txBody>
      </p:sp>
      <p:sp>
        <p:nvSpPr>
          <p:cNvPr id="20" name="Rectangle 13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793304"/>
            <a:ext cx="96012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82656" y="1050479"/>
            <a:ext cx="109728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1"/>
          <p:cNvSpPr/>
          <p:nvPr/>
        </p:nvSpPr>
        <p:spPr>
          <a:xfrm>
            <a:off x="3937579" y="440116"/>
            <a:ext cx="4580057" cy="1234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it-IT" sz="1400" dirty="0"/>
              <a:t>Le procedure di sanificazione negli ospedali si basano su moduli cartacei o piattaforme IT centralizzate, con gravi rischi di inaffidabilità e scarsa verificabilità.</a:t>
            </a:r>
            <a:endParaRPr lang="en-US" sz="14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09800F8-FF41-C056-7C79-A35BF29D0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31" y="2047047"/>
            <a:ext cx="3530943" cy="2612898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363035"/>
              </p:ext>
            </p:extLst>
          </p:nvPr>
        </p:nvGraphicFramePr>
        <p:xfrm>
          <a:off x="4649085" y="2350881"/>
          <a:ext cx="4142312" cy="2005233"/>
        </p:xfrm>
        <a:graphic>
          <a:graphicData uri="http://schemas.openxmlformats.org/drawingml/2006/table">
            <a:tbl>
              <a:tblPr firstRow="1" bandRow="1"/>
              <a:tblGrid>
                <a:gridCol w="2039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2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10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 err="1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Problema</a:t>
                      </a:r>
                      <a:endParaRPr lang="en-US" sz="1400" dirty="0">
                        <a:solidFill>
                          <a:schemeClr val="accent2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132" marR="76132" marT="38067" marB="380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 err="1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Impatto</a:t>
                      </a:r>
                      <a:endParaRPr lang="en-US" sz="1400" dirty="0">
                        <a:solidFill>
                          <a:schemeClr val="accent2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132" marR="76132" marT="38067" marB="380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7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Fogli </a:t>
                      </a:r>
                      <a:r>
                        <a:rPr lang="en-US" sz="1400" dirty="0" err="1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cartacei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132" marR="76132" marT="38067" marB="380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Facilmente smarribili o alterabili</a:t>
                      </a:r>
                      <a:endParaRPr lang="en-US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132" marR="76132" marT="38067" marB="380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7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 centralizzati</a:t>
                      </a:r>
                      <a:endParaRPr lang="en-US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132" marR="76132" marT="38067" marB="380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Modificabili a posteriori senza traccia</a:t>
                      </a:r>
                      <a:endParaRPr lang="en-US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132" marR="76132" marT="38067" marB="380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7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Identità operatore</a:t>
                      </a:r>
                      <a:endParaRPr lang="en-US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132" marR="76132" marT="38067" marB="380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err="1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Autenticità</a:t>
                      </a:r>
                      <a:r>
                        <a:rPr lang="en-US" sz="14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non </a:t>
                      </a:r>
                      <a:r>
                        <a:rPr lang="en-US" sz="1400" dirty="0" err="1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verificabile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132" marR="76132" marT="38067" marB="380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273843"/>
            <a:ext cx="8375585" cy="1566988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0"/>
          <p:cNvSpPr/>
          <p:nvPr/>
        </p:nvSpPr>
        <p:spPr>
          <a:xfrm>
            <a:off x="788670" y="440116"/>
            <a:ext cx="2743200" cy="1234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dirty="0">
                <a:latin typeface="+mj-lt"/>
                <a:ea typeface="+mj-ea"/>
                <a:cs typeface="+mj-cs"/>
              </a:rPr>
              <a:t>La </a:t>
            </a:r>
            <a:r>
              <a:rPr lang="en-US" sz="2400" b="1">
                <a:latin typeface="+mj-lt"/>
                <a:ea typeface="+mj-ea"/>
                <a:cs typeface="+mj-cs"/>
              </a:rPr>
              <a:t>Soluzione: Blockchain</a:t>
            </a:r>
            <a:endParaRPr lang="en-US" sz="2400">
              <a:latin typeface="+mj-lt"/>
              <a:ea typeface="+mj-ea"/>
              <a:cs typeface="+mj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793304"/>
            <a:ext cx="96012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82656" y="1050479"/>
            <a:ext cx="109728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3937579" y="440116"/>
            <a:ext cx="4580057" cy="1234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La blockchain </a:t>
            </a:r>
            <a:r>
              <a:rPr lang="en-US" sz="1400" dirty="0" err="1"/>
              <a:t>offre</a:t>
            </a:r>
            <a:r>
              <a:rPr lang="en-US" sz="1400" dirty="0"/>
              <a:t> un </a:t>
            </a:r>
            <a:r>
              <a:rPr lang="en-US" sz="1400" dirty="0" err="1"/>
              <a:t>registro</a:t>
            </a:r>
            <a:r>
              <a:rPr lang="en-US" sz="1400" dirty="0"/>
              <a:t> </a:t>
            </a:r>
            <a:r>
              <a:rPr lang="en-US" sz="1400" dirty="0" err="1"/>
              <a:t>condiviso</a:t>
            </a:r>
            <a:r>
              <a:rPr lang="en-US" sz="1400" dirty="0"/>
              <a:t> append-only, in cui ogni </a:t>
            </a:r>
            <a:r>
              <a:rPr lang="en-US" sz="1400" dirty="0" err="1"/>
              <a:t>transazione</a:t>
            </a:r>
            <a:r>
              <a:rPr lang="en-US" sz="1400" dirty="0"/>
              <a:t> è </a:t>
            </a:r>
            <a:r>
              <a:rPr lang="en-US" sz="1400" dirty="0" err="1"/>
              <a:t>firmata</a:t>
            </a:r>
            <a:r>
              <a:rPr lang="en-US" sz="1400" dirty="0"/>
              <a:t> </a:t>
            </a:r>
            <a:r>
              <a:rPr lang="en-US" sz="1400" dirty="0" err="1"/>
              <a:t>digitalmente</a:t>
            </a:r>
            <a:r>
              <a:rPr lang="en-US" sz="1400" dirty="0"/>
              <a:t> e </a:t>
            </a:r>
            <a:r>
              <a:rPr lang="en-US" sz="1400" dirty="0" err="1"/>
              <a:t>contrassegnata</a:t>
            </a:r>
            <a:r>
              <a:rPr lang="en-US" sz="1400" dirty="0"/>
              <a:t> da un timestamp </a:t>
            </a:r>
            <a:r>
              <a:rPr lang="en-US" sz="1400" dirty="0" err="1"/>
              <a:t>verificabile</a:t>
            </a:r>
            <a:r>
              <a:rPr lang="en-US" sz="1400" dirty="0"/>
              <a:t>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1127FB7D-D1BE-63EE-B704-720789599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73" y="2047047"/>
            <a:ext cx="3771660" cy="26128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91234"/>
              </p:ext>
            </p:extLst>
          </p:nvPr>
        </p:nvGraphicFramePr>
        <p:xfrm>
          <a:off x="4649085" y="2217973"/>
          <a:ext cx="4142313" cy="2271047"/>
        </p:xfrm>
        <a:graphic>
          <a:graphicData uri="http://schemas.openxmlformats.org/drawingml/2006/table">
            <a:tbl>
              <a:tblPr firstRow="1" bandRow="1"/>
              <a:tblGrid>
                <a:gridCol w="2236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6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71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Caratteristica Blockchain</a:t>
                      </a:r>
                      <a:endParaRPr lang="en-US" sz="1600">
                        <a:solidFill>
                          <a:schemeClr val="accent2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0191" marR="120191" marT="60095" marB="600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Beneficio per HST</a:t>
                      </a:r>
                      <a:endParaRPr lang="en-US" sz="1600">
                        <a:solidFill>
                          <a:schemeClr val="accent2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0191" marR="120191" marT="60095" marB="600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1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 append-only</a:t>
                      </a:r>
                      <a:endParaRPr lang="en-US" sz="16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0191" marR="120191" marT="60095" marB="600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Dati non modificabili</a:t>
                      </a:r>
                      <a:endParaRPr lang="en-US" sz="16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0191" marR="120191" marT="60095" marB="600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5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 crittografica</a:t>
                      </a:r>
                      <a:endParaRPr lang="en-US" sz="16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0191" marR="120191" marT="60095" marB="600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Identità certificata</a:t>
                      </a:r>
                      <a:endParaRPr lang="en-US" sz="16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0191" marR="120191" marT="60095" marB="600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1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Timestamp immutabile</a:t>
                      </a:r>
                      <a:endParaRPr lang="en-US" sz="16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0191" marR="120191" marT="60095" marB="600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Tracciabilità temporale</a:t>
                      </a:r>
                      <a:endParaRPr lang="en-US" sz="16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0191" marR="120191" marT="60095" marB="6009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273843"/>
            <a:ext cx="8375585" cy="1566988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0"/>
          <p:cNvSpPr/>
          <p:nvPr/>
        </p:nvSpPr>
        <p:spPr>
          <a:xfrm>
            <a:off x="785059" y="440116"/>
            <a:ext cx="2670189" cy="1234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Obiettivi del Progetto</a:t>
            </a:r>
            <a:endParaRPr lang="en-US" sz="2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793304"/>
            <a:ext cx="96012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82656" y="1050479"/>
            <a:ext cx="109728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4013373" y="440116"/>
            <a:ext cx="4501977" cy="1234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Il </a:t>
            </a:r>
            <a:r>
              <a:rPr lang="en-US" sz="1400" dirty="0" err="1"/>
              <a:t>progetto</a:t>
            </a:r>
            <a:r>
              <a:rPr lang="en-US" sz="1400" dirty="0"/>
              <a:t> </a:t>
            </a:r>
            <a:r>
              <a:rPr lang="en-US" sz="1400" dirty="0" err="1"/>
              <a:t>definisce</a:t>
            </a:r>
            <a:r>
              <a:rPr lang="en-US" sz="1400" dirty="0"/>
              <a:t> </a:t>
            </a:r>
            <a:r>
              <a:rPr lang="en-US" sz="1400" dirty="0" err="1"/>
              <a:t>obiettivi</a:t>
            </a:r>
            <a:r>
              <a:rPr lang="en-US" sz="1400" dirty="0"/>
              <a:t> </a:t>
            </a:r>
            <a:r>
              <a:rPr lang="en-US" sz="1400" dirty="0" err="1"/>
              <a:t>precisi</a:t>
            </a:r>
            <a:r>
              <a:rPr lang="en-US" sz="1400" dirty="0"/>
              <a:t> per </a:t>
            </a:r>
            <a:r>
              <a:rPr lang="en-US" sz="1400" dirty="0" err="1"/>
              <a:t>assicurare</a:t>
            </a:r>
            <a:r>
              <a:rPr lang="en-US" sz="1400" dirty="0"/>
              <a:t> </a:t>
            </a:r>
            <a:r>
              <a:rPr lang="en-US" sz="1400" dirty="0" err="1"/>
              <a:t>tracciabilità</a:t>
            </a:r>
            <a:r>
              <a:rPr lang="en-US" sz="1400" dirty="0"/>
              <a:t>, </a:t>
            </a:r>
            <a:r>
              <a:rPr lang="en-US" sz="1400" dirty="0" err="1"/>
              <a:t>sicurezza</a:t>
            </a:r>
            <a:r>
              <a:rPr lang="en-US" sz="1400" dirty="0"/>
              <a:t> e </a:t>
            </a:r>
            <a:r>
              <a:rPr lang="en-US" sz="1400" dirty="0" err="1"/>
              <a:t>semplicità</a:t>
            </a:r>
            <a:r>
              <a:rPr lang="en-US" sz="1400" dirty="0"/>
              <a:t> </a:t>
            </a:r>
            <a:r>
              <a:rPr lang="en-US" sz="1400" dirty="0" err="1"/>
              <a:t>d'uso</a:t>
            </a:r>
            <a:r>
              <a:rPr lang="en-US" sz="1400" dirty="0"/>
              <a:t> in </a:t>
            </a:r>
            <a:r>
              <a:rPr lang="en-US" sz="1400" dirty="0" err="1"/>
              <a:t>ambito</a:t>
            </a:r>
            <a:r>
              <a:rPr lang="en-US" sz="1400" dirty="0"/>
              <a:t> </a:t>
            </a:r>
            <a:r>
              <a:rPr lang="en-US" sz="1400" dirty="0" err="1"/>
              <a:t>ospedaliero</a:t>
            </a:r>
            <a:r>
              <a:rPr lang="en-US" sz="1400" dirty="0"/>
              <a:t>, </a:t>
            </a:r>
            <a:r>
              <a:rPr lang="en-US" sz="1400" dirty="0" err="1"/>
              <a:t>collegando</a:t>
            </a:r>
            <a:r>
              <a:rPr lang="en-US" sz="1400" dirty="0"/>
              <a:t> </a:t>
            </a:r>
            <a:r>
              <a:rPr lang="en-US" sz="1400" dirty="0" err="1"/>
              <a:t>scelte</a:t>
            </a:r>
            <a:r>
              <a:rPr lang="en-US" sz="1400" dirty="0"/>
              <a:t> di </a:t>
            </a:r>
            <a:r>
              <a:rPr lang="en-US" sz="1400" dirty="0" err="1"/>
              <a:t>programmazione</a:t>
            </a:r>
            <a:r>
              <a:rPr lang="en-US" sz="1400" dirty="0"/>
              <a:t> ai </a:t>
            </a:r>
            <a:r>
              <a:rPr lang="en-US" sz="1400" dirty="0" err="1"/>
              <a:t>risultati</a:t>
            </a:r>
            <a:r>
              <a:rPr lang="en-US" sz="1400" dirty="0"/>
              <a:t> di business e alla </a:t>
            </a:r>
            <a:r>
              <a:rPr lang="en-US" sz="1400" dirty="0" err="1"/>
              <a:t>sicurezza</a:t>
            </a:r>
            <a:r>
              <a:rPr lang="en-US" sz="1400" dirty="0"/>
              <a:t> sanitaria.</a:t>
            </a: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192656"/>
              </p:ext>
            </p:extLst>
          </p:nvPr>
        </p:nvGraphicFramePr>
        <p:xfrm>
          <a:off x="418338" y="2274500"/>
          <a:ext cx="8373618" cy="2164985"/>
        </p:xfrm>
        <a:graphic>
          <a:graphicData uri="http://schemas.openxmlformats.org/drawingml/2006/table">
            <a:tbl>
              <a:tblPr firstRow="1" bandRow="1"/>
              <a:tblGrid>
                <a:gridCol w="3490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3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Obiettivo</a:t>
                      </a:r>
                      <a:endParaRPr lang="en-US" sz="1700">
                        <a:solidFill>
                          <a:schemeClr val="accent2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3059" marR="133059" marT="66530" marB="6653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Implementazione</a:t>
                      </a:r>
                      <a:endParaRPr lang="en-US" sz="1700">
                        <a:solidFill>
                          <a:schemeClr val="accent2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3059" marR="133059" marT="66530" marB="6653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9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Modello dati espressivo</a:t>
                      </a:r>
                      <a:endParaRPr lang="en-US" sz="17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3059" marR="133059" marT="66530" marB="6653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 per aree, operatori ed eventi</a:t>
                      </a:r>
                      <a:endParaRPr lang="en-US" sz="17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3059" marR="133059" marT="66530" marB="6653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9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Traccia immutabile</a:t>
                      </a:r>
                      <a:endParaRPr lang="en-US" sz="17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3059" marR="133059" marT="66530" marB="6653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 contract su blockchain</a:t>
                      </a:r>
                      <a:endParaRPr lang="en-US" sz="17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3059" marR="133059" marT="66530" marB="6653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9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Identità verificabile</a:t>
                      </a:r>
                      <a:endParaRPr lang="en-US" sz="17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3059" marR="133059" marT="66530" marB="6653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Indirizzo Ethereum dell'operatore</a:t>
                      </a:r>
                      <a:endParaRPr lang="en-US" sz="17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3059" marR="133059" marT="66530" marB="6653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9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Accessibilità</a:t>
                      </a:r>
                      <a:endParaRPr lang="en-US" sz="17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3059" marR="133059" marT="66530" marB="6653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DApp web senza strumenti sviluppatore</a:t>
                      </a:r>
                      <a:endParaRPr lang="en-US" sz="17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3059" marR="133059" marT="66530" marB="6653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82141"/>
            <a:ext cx="7924800" cy="1051560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933700"/>
            <a:ext cx="7924800" cy="1051560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Valore nel Contesto Ospedaliero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249680"/>
            <a:ext cx="7924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 contesto ospedaliero reale, la tracciabilità delle sanificazioni ha un impatto diretto su sicurezza, conformità normativa e gestione del rischio clinico.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38200" y="2110741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Sicurezza Paziente</a:t>
            </a:r>
            <a:endParaRPr lang="en-US" sz="1500" dirty="0">
              <a:solidFill>
                <a:schemeClr val="accent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38200" y="2491741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sala operatoria può dimostrare quando è stata sanificata, da chi e con quali modalità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3162300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Conformità Normativa</a:t>
            </a:r>
            <a:endParaRPr lang="en-US" sz="1500" dirty="0">
              <a:solidFill>
                <a:schemeClr val="accent2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838200" y="354330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ad alta affidabilità per ispezioni e procedure di accreditamento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2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4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273843"/>
            <a:ext cx="8375585" cy="1566988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0"/>
          <p:cNvSpPr/>
          <p:nvPr/>
        </p:nvSpPr>
        <p:spPr>
          <a:xfrm>
            <a:off x="788670" y="440116"/>
            <a:ext cx="2743200" cy="1234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>
                <a:latin typeface="+mj-lt"/>
                <a:ea typeface="+mj-ea"/>
                <a:cs typeface="+mj-cs"/>
              </a:rPr>
              <a:t>Stack Tecnologico</a:t>
            </a:r>
            <a:endParaRPr lang="en-US" sz="2400">
              <a:latin typeface="+mj-lt"/>
              <a:ea typeface="+mj-ea"/>
              <a:cs typeface="+mj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793304"/>
            <a:ext cx="96012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82656" y="1050479"/>
            <a:ext cx="109728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D63CB536-6853-AC38-C5FB-F2CF15603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37" y="2474742"/>
            <a:ext cx="4111132" cy="1757508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777814"/>
              </p:ext>
            </p:extLst>
          </p:nvPr>
        </p:nvGraphicFramePr>
        <p:xfrm>
          <a:off x="4801759" y="2047047"/>
          <a:ext cx="3836966" cy="2612899"/>
        </p:xfrm>
        <a:graphic>
          <a:graphicData uri="http://schemas.openxmlformats.org/drawingml/2006/table">
            <a:tbl>
              <a:tblPr firstRow="1" bandRow="1"/>
              <a:tblGrid>
                <a:gridCol w="1694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2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 err="1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Componente</a:t>
                      </a:r>
                      <a:endParaRPr lang="en-US" sz="1500" dirty="0">
                        <a:solidFill>
                          <a:schemeClr val="accent2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0050" marR="110050" marT="55025" marB="550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 err="1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Tecnologia</a:t>
                      </a:r>
                      <a:endParaRPr lang="en-US" sz="1500" dirty="0">
                        <a:solidFill>
                          <a:schemeClr val="accent2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0050" marR="110050" marT="55025" marB="550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2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 Contract</a:t>
                      </a:r>
                      <a:endParaRPr lang="en-US" sz="15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0050" marR="110050" marT="55025" marB="550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Solidity 0.8.20 su Sepolia</a:t>
                      </a:r>
                      <a:endParaRPr lang="en-US" sz="15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0050" marR="110050" marT="55025" marB="550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2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Sviluppo &amp; Test</a:t>
                      </a:r>
                      <a:endParaRPr lang="en-US" sz="15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0050" marR="110050" marT="55025" marB="550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Hardhat 2.28.0, Ignition</a:t>
                      </a:r>
                      <a:endParaRPr lang="en-US" sz="15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0050" marR="110050" marT="55025" marB="550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2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15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0050" marR="110050" marT="55025" marB="550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Ethers.js, MetaMask, HTML/JS</a:t>
                      </a:r>
                      <a:endParaRPr lang="en-US" sz="15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0050" marR="110050" marT="55025" marB="550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Provider RPC</a:t>
                      </a:r>
                      <a:endParaRPr lang="en-US" sz="15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0050" marR="110050" marT="55025" marB="550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 err="1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Infura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0050" marR="110050" marT="55025" marB="550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3">
            <a:extLst>
              <a:ext uri="{FF2B5EF4-FFF2-40B4-BE49-F238E27FC236}">
                <a16:creationId xmlns:a16="http://schemas.microsoft.com/office/drawing/2014/main" id="{59D72BAD-C9E6-C7E6-9AC4-24951AE5B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6160" y="538732"/>
            <a:ext cx="4859022" cy="1037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"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it-IT" altLang="it-IT" sz="1000" b="1" i="1" dirty="0"/>
              <a:t>Composizione codice: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altLang="it-IT" sz="900" dirty="0"/>
              <a:t>JavaScript: Logica </a:t>
            </a:r>
            <a:r>
              <a:rPr lang="it-IT" altLang="it-IT" sz="900" dirty="0" err="1"/>
              <a:t>frontend</a:t>
            </a:r>
            <a:r>
              <a:rPr lang="it-IT" altLang="it-IT" sz="900" dirty="0"/>
              <a:t> (interazioni ethers.js/</a:t>
            </a:r>
            <a:r>
              <a:rPr lang="it-IT" altLang="it-IT" sz="900" dirty="0" err="1"/>
              <a:t>MetaMask</a:t>
            </a:r>
            <a:r>
              <a:rPr lang="it-IT" altLang="it-IT" sz="900" dirty="0"/>
              <a:t>) e script </a:t>
            </a:r>
            <a:r>
              <a:rPr lang="it-IT" altLang="it-IT" sz="900" dirty="0" err="1"/>
              <a:t>Hardhat</a:t>
            </a:r>
            <a:r>
              <a:rPr lang="it-IT" altLang="it-IT" sz="900" dirty="0"/>
              <a:t> per </a:t>
            </a:r>
            <a:r>
              <a:rPr lang="it-IT" altLang="it-IT" sz="900" dirty="0" err="1"/>
              <a:t>deploy</a:t>
            </a:r>
            <a:r>
              <a:rPr lang="it-IT" altLang="it-IT" sz="900" dirty="0"/>
              <a:t>/test.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altLang="it-IT" sz="900" dirty="0" err="1"/>
              <a:t>Solidity</a:t>
            </a:r>
            <a:r>
              <a:rPr lang="it-IT" altLang="it-IT" sz="900" dirty="0"/>
              <a:t>: Smart </a:t>
            </a:r>
            <a:r>
              <a:rPr lang="it-IT" altLang="it-IT" sz="900" dirty="0" err="1"/>
              <a:t>contract</a:t>
            </a:r>
            <a:r>
              <a:rPr lang="it-IT" altLang="it-IT" sz="900" dirty="0"/>
              <a:t> on-chain per registrare eventi sanificazione su </a:t>
            </a:r>
            <a:r>
              <a:rPr lang="it-IT" altLang="it-IT" sz="900" dirty="0" err="1"/>
              <a:t>Sepolia</a:t>
            </a:r>
            <a:r>
              <a:rPr lang="it-IT" altLang="it-IT" sz="900" dirty="0"/>
              <a:t>.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altLang="it-IT" sz="900" dirty="0"/>
              <a:t>HTML: Struttura interfaccia web (form input, dashboard tracciamento).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altLang="it-IT" sz="900" dirty="0"/>
              <a:t>CSS: Stili responsive per usabilità su PC in contesti ospedalieri.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273843"/>
            <a:ext cx="8375585" cy="1566988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0"/>
          <p:cNvSpPr/>
          <p:nvPr/>
        </p:nvSpPr>
        <p:spPr>
          <a:xfrm>
            <a:off x="785059" y="440116"/>
            <a:ext cx="2670189" cy="1234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Ethereum e Smart Contract</a:t>
            </a:r>
            <a:endParaRPr lang="en-US" sz="2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793304"/>
            <a:ext cx="96012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82656" y="1050479"/>
            <a:ext cx="109728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4013373" y="440116"/>
            <a:ext cx="4501977" cy="1234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Ethereum è una piattaforma blockchain general purpose che permette di eseguire codice arbitrario (smart contract) con garanzia di esecuzione deterministica.</a:t>
            </a: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481285"/>
              </p:ext>
            </p:extLst>
          </p:nvPr>
        </p:nvGraphicFramePr>
        <p:xfrm>
          <a:off x="418338" y="2204088"/>
          <a:ext cx="8373619" cy="2305808"/>
        </p:xfrm>
        <a:graphic>
          <a:graphicData uri="http://schemas.openxmlformats.org/drawingml/2006/table">
            <a:tbl>
              <a:tblPr firstRow="1" bandRow="1"/>
              <a:tblGrid>
                <a:gridCol w="2444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 err="1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Componente</a:t>
                      </a:r>
                      <a:endParaRPr lang="en-US" sz="2200" dirty="0">
                        <a:solidFill>
                          <a:schemeClr val="accent2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9545" marR="169545" marT="84772" marB="8477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 err="1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Descrizione</a:t>
                      </a:r>
                      <a:endParaRPr lang="en-US" sz="2200" dirty="0">
                        <a:solidFill>
                          <a:schemeClr val="accent2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9545" marR="169545" marT="84772" marB="8477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4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EVM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9545" marR="169545" marT="84772" marB="8477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Macchina virtuale per esecuzione contratti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9545" marR="169545" marT="84772" marB="8477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4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 Contract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9545" marR="169545" marT="84772" marB="8477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Programmi immutabili con regole codificate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9545" marR="169545" marT="84772" marB="8477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4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Solidity 0.8.20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9545" marR="169545" marT="84772" marB="8477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dirty="0" err="1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Linguaggio</a:t>
                      </a:r>
                      <a:r>
                        <a:rPr lang="en-US" sz="22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tipizzato</a:t>
                      </a:r>
                      <a:r>
                        <a:rPr lang="en-US" sz="22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per </a:t>
                      </a:r>
                      <a:r>
                        <a:rPr lang="en-US" sz="2200" dirty="0" err="1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sviluppo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9545" marR="169545" marT="84772" marB="8477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25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0"/>
          <p:cNvSpPr/>
          <p:nvPr/>
        </p:nvSpPr>
        <p:spPr>
          <a:xfrm>
            <a:off x="473202" y="342900"/>
            <a:ext cx="3257550" cy="1447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dirty="0" err="1">
                <a:latin typeface="+mj-lt"/>
                <a:ea typeface="+mj-ea"/>
                <a:cs typeface="+mj-cs"/>
              </a:rPr>
              <a:t>Architettura</a:t>
            </a:r>
            <a:r>
              <a:rPr lang="en-US" sz="2400" b="1" dirty="0">
                <a:latin typeface="+mj-lt"/>
                <a:ea typeface="+mj-ea"/>
                <a:cs typeface="+mj-cs"/>
              </a:rPr>
              <a:t> del Sistema:</a:t>
            </a:r>
            <a:br>
              <a:rPr lang="en-US" sz="2400" b="1" dirty="0">
                <a:latin typeface="+mj-lt"/>
                <a:ea typeface="+mj-ea"/>
                <a:cs typeface="+mj-cs"/>
              </a:rPr>
            </a:br>
            <a:r>
              <a:rPr lang="en-US" sz="2400" b="1" dirty="0" err="1">
                <a:latin typeface="+mj-lt"/>
                <a:ea typeface="+mj-ea"/>
                <a:cs typeface="+mj-cs"/>
              </a:rPr>
              <a:t>Flusso</a:t>
            </a:r>
            <a:r>
              <a:rPr lang="en-US" sz="2400" b="1" dirty="0">
                <a:latin typeface="+mj-lt"/>
                <a:ea typeface="+mj-ea"/>
                <a:cs typeface="+mj-cs"/>
              </a:rPr>
              <a:t> Layer by Layer</a:t>
            </a:r>
            <a:endParaRPr lang="en-US" sz="2400" dirty="0">
              <a:latin typeface="+mj-lt"/>
              <a:ea typeface="+mj-ea"/>
              <a:cs typeface="+mj-cs"/>
            </a:endParaRPr>
          </a:p>
        </p:txBody>
      </p:sp>
      <p:sp>
        <p:nvSpPr>
          <p:cNvPr id="40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53561" y="1059561"/>
            <a:ext cx="1165860" cy="13716"/>
          </a:xfrm>
          <a:custGeom>
            <a:avLst/>
            <a:gdLst>
              <a:gd name="csX0" fmla="*/ 0 w 1165860"/>
              <a:gd name="csY0" fmla="*/ 0 h 13716"/>
              <a:gd name="csX1" fmla="*/ 606247 w 1165860"/>
              <a:gd name="csY1" fmla="*/ 0 h 13716"/>
              <a:gd name="csX2" fmla="*/ 1165860 w 1165860"/>
              <a:gd name="csY2" fmla="*/ 0 h 13716"/>
              <a:gd name="csX3" fmla="*/ 1165860 w 1165860"/>
              <a:gd name="csY3" fmla="*/ 13716 h 13716"/>
              <a:gd name="csX4" fmla="*/ 594589 w 1165860"/>
              <a:gd name="csY4" fmla="*/ 13716 h 13716"/>
              <a:gd name="csX5" fmla="*/ 0 w 1165860"/>
              <a:gd name="csY5" fmla="*/ 13716 h 13716"/>
              <a:gd name="csX6" fmla="*/ 0 w 1165860"/>
              <a:gd name="csY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65860" h="13716" fill="none" extrusionOk="0">
                <a:moveTo>
                  <a:pt x="0" y="0"/>
                </a:moveTo>
                <a:cubicBezTo>
                  <a:pt x="164196" y="4475"/>
                  <a:pt x="311417" y="-11483"/>
                  <a:pt x="606247" y="0"/>
                </a:cubicBezTo>
                <a:cubicBezTo>
                  <a:pt x="901077" y="11483"/>
                  <a:pt x="1028750" y="-4041"/>
                  <a:pt x="1165860" y="0"/>
                </a:cubicBezTo>
                <a:cubicBezTo>
                  <a:pt x="1165578" y="4434"/>
                  <a:pt x="1165988" y="8423"/>
                  <a:pt x="1165860" y="13716"/>
                </a:cubicBezTo>
                <a:cubicBezTo>
                  <a:pt x="940964" y="3888"/>
                  <a:pt x="745886" y="20893"/>
                  <a:pt x="594589" y="13716"/>
                </a:cubicBezTo>
                <a:cubicBezTo>
                  <a:pt x="443292" y="6539"/>
                  <a:pt x="119306" y="21776"/>
                  <a:pt x="0" y="13716"/>
                </a:cubicBezTo>
                <a:cubicBezTo>
                  <a:pt x="103" y="7543"/>
                  <a:pt x="-154" y="4446"/>
                  <a:pt x="0" y="0"/>
                </a:cubicBezTo>
                <a:close/>
              </a:path>
              <a:path w="1165860" h="13716" stroke="0" extrusionOk="0">
                <a:moveTo>
                  <a:pt x="0" y="0"/>
                </a:moveTo>
                <a:cubicBezTo>
                  <a:pt x="199755" y="-8614"/>
                  <a:pt x="439971" y="-19466"/>
                  <a:pt x="571271" y="0"/>
                </a:cubicBezTo>
                <a:cubicBezTo>
                  <a:pt x="702571" y="19466"/>
                  <a:pt x="922660" y="-18418"/>
                  <a:pt x="1165860" y="0"/>
                </a:cubicBezTo>
                <a:cubicBezTo>
                  <a:pt x="1165756" y="6849"/>
                  <a:pt x="1166068" y="9414"/>
                  <a:pt x="1165860" y="13716"/>
                </a:cubicBezTo>
                <a:cubicBezTo>
                  <a:pt x="981594" y="16996"/>
                  <a:pt x="788922" y="30312"/>
                  <a:pt x="582930" y="13716"/>
                </a:cubicBezTo>
                <a:cubicBezTo>
                  <a:pt x="376938" y="-2880"/>
                  <a:pt x="227474" y="40246"/>
                  <a:pt x="0" y="13716"/>
                </a:cubicBezTo>
                <a:cubicBezTo>
                  <a:pt x="469" y="7851"/>
                  <a:pt x="200" y="577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155947" y="342900"/>
            <a:ext cx="4505706" cy="1447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it-IT" sz="1600" dirty="0"/>
              <a:t>L'architettura del sistema è stata progettata in modo minimale e scalabile, coprendo l'intero flusso operativo dall'inizio alla fine: la logica core risiede on-chain sulla blockchain </a:t>
            </a:r>
            <a:r>
              <a:rPr lang="it-IT" sz="1600" dirty="0" err="1"/>
              <a:t>Ethereum</a:t>
            </a:r>
            <a:r>
              <a:rPr lang="it-IT" sz="1600" dirty="0"/>
              <a:t> </a:t>
            </a:r>
            <a:r>
              <a:rPr lang="it-IT" sz="1600" dirty="0" err="1"/>
              <a:t>Sepolia</a:t>
            </a:r>
            <a:r>
              <a:rPr lang="it-IT" sz="1600" dirty="0"/>
              <a:t> per garantire immutabilità e </a:t>
            </a:r>
            <a:r>
              <a:rPr lang="it-IT" sz="1600" dirty="0" err="1"/>
              <a:t>auditabilità</a:t>
            </a:r>
            <a:r>
              <a:rPr lang="it-IT" sz="1600" dirty="0"/>
              <a:t>, le interazioni avvengono tramite </a:t>
            </a:r>
            <a:r>
              <a:rPr lang="it-IT" sz="1600" dirty="0" err="1"/>
              <a:t>wallet</a:t>
            </a:r>
            <a:r>
              <a:rPr lang="it-IT" sz="1600" dirty="0"/>
              <a:t> sicuri come </a:t>
            </a:r>
            <a:r>
              <a:rPr lang="it-IT" sz="1600" dirty="0" err="1"/>
              <a:t>MetaMask</a:t>
            </a:r>
            <a:r>
              <a:rPr lang="it-IT" sz="1600" dirty="0"/>
              <a:t> per autenticazione e firma crittografica degli operatori.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it-IT" sz="1600" dirty="0"/>
              <a:t>La presentazione dei dati avviene tramite un'interfaccia web intuitiva e responsive, ottimizzata per l'uso quotidiano in contesti ospedalieri.</a:t>
            </a:r>
            <a:endParaRPr lang="en-US" sz="1700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05DC3C87-0EF6-84E0-1135-8BF775F60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58" y="2604388"/>
            <a:ext cx="4101084" cy="1404621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407088"/>
              </p:ext>
            </p:extLst>
          </p:nvPr>
        </p:nvGraphicFramePr>
        <p:xfrm>
          <a:off x="4690872" y="1987655"/>
          <a:ext cx="4101085" cy="2638088"/>
        </p:xfrm>
        <a:graphic>
          <a:graphicData uri="http://schemas.openxmlformats.org/drawingml/2006/table">
            <a:tbl>
              <a:tblPr firstRow="1" bandRow="1"/>
              <a:tblGrid>
                <a:gridCol w="11402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0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 err="1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Livello</a:t>
                      </a:r>
                      <a:endParaRPr lang="en-US" sz="1800" dirty="0">
                        <a:solidFill>
                          <a:schemeClr val="accent2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1505" marR="141505" marT="70752" marB="707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 err="1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Componenti</a:t>
                      </a:r>
                      <a:endParaRPr lang="en-US" sz="1800" dirty="0">
                        <a:solidFill>
                          <a:schemeClr val="accent2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1505" marR="141505" marT="70752" marB="707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96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On-chain</a:t>
                      </a:r>
                      <a:endParaRPr lang="en-US" sz="18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1505" marR="141505" marT="70752" marB="707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 contract su Ethereum Sepolia</a:t>
                      </a:r>
                      <a:endParaRPr lang="en-US" sz="18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1505" marR="141505" marT="70752" marB="707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96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Off-chain</a:t>
                      </a:r>
                      <a:endParaRPr lang="en-US" sz="18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1505" marR="141505" marT="70752" marB="707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DApp web (HTML/JS) con ethers.js</a:t>
                      </a:r>
                      <a:endParaRPr lang="en-US" sz="18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1505" marR="141505" marT="70752" marB="707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96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Wallet</a:t>
                      </a:r>
                      <a:endParaRPr lang="en-US" sz="18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1505" marR="141505" marT="70752" marB="707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MetaMask per account e </a:t>
                      </a:r>
                      <a:r>
                        <a:rPr lang="en-US" sz="1800" dirty="0" err="1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1505" marR="141505" marT="70752" marB="707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2"/>
            <a:ext cx="7924800" cy="1295400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621282"/>
            <a:ext cx="7924800" cy="1295400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Ruoli del Sistema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6306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2100" dirty="0">
              <a:solidFill>
                <a:schemeClr val="accent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2103118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Deployer del contratto. Registra e gestisce aree e operatori. Può attivare/disattivare entità.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9260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endParaRPr lang="en-US" sz="2100" dirty="0">
              <a:solidFill>
                <a:schemeClr val="accent2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3398518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Operatore registrato e attivo. Registra eventi di sanificazione con firma crittografica.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0"/>
          <p:cNvSpPr/>
          <p:nvPr/>
        </p:nvSpPr>
        <p:spPr>
          <a:xfrm>
            <a:off x="473202" y="342900"/>
            <a:ext cx="3257550" cy="1447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latin typeface="+mj-lt"/>
                <a:ea typeface="+mj-ea"/>
                <a:cs typeface="+mj-cs"/>
              </a:rPr>
              <a:t>Modello Dati</a:t>
            </a:r>
            <a:endParaRPr lang="en-US" sz="3600">
              <a:latin typeface="+mj-lt"/>
              <a:ea typeface="+mj-ea"/>
              <a:cs typeface="+mj-cs"/>
            </a:endParaRPr>
          </a:p>
        </p:txBody>
      </p:sp>
      <p:sp>
        <p:nvSpPr>
          <p:cNvPr id="26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53561" y="1059561"/>
            <a:ext cx="1165860" cy="13716"/>
          </a:xfrm>
          <a:custGeom>
            <a:avLst/>
            <a:gdLst>
              <a:gd name="csX0" fmla="*/ 0 w 1165860"/>
              <a:gd name="csY0" fmla="*/ 0 h 13716"/>
              <a:gd name="csX1" fmla="*/ 606247 w 1165860"/>
              <a:gd name="csY1" fmla="*/ 0 h 13716"/>
              <a:gd name="csX2" fmla="*/ 1165860 w 1165860"/>
              <a:gd name="csY2" fmla="*/ 0 h 13716"/>
              <a:gd name="csX3" fmla="*/ 1165860 w 1165860"/>
              <a:gd name="csY3" fmla="*/ 13716 h 13716"/>
              <a:gd name="csX4" fmla="*/ 594589 w 1165860"/>
              <a:gd name="csY4" fmla="*/ 13716 h 13716"/>
              <a:gd name="csX5" fmla="*/ 0 w 1165860"/>
              <a:gd name="csY5" fmla="*/ 13716 h 13716"/>
              <a:gd name="csX6" fmla="*/ 0 w 1165860"/>
              <a:gd name="csY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65860" h="13716" fill="none" extrusionOk="0">
                <a:moveTo>
                  <a:pt x="0" y="0"/>
                </a:moveTo>
                <a:cubicBezTo>
                  <a:pt x="164196" y="4475"/>
                  <a:pt x="311417" y="-11483"/>
                  <a:pt x="606247" y="0"/>
                </a:cubicBezTo>
                <a:cubicBezTo>
                  <a:pt x="901077" y="11483"/>
                  <a:pt x="1028750" y="-4041"/>
                  <a:pt x="1165860" y="0"/>
                </a:cubicBezTo>
                <a:cubicBezTo>
                  <a:pt x="1165578" y="4434"/>
                  <a:pt x="1165988" y="8423"/>
                  <a:pt x="1165860" y="13716"/>
                </a:cubicBezTo>
                <a:cubicBezTo>
                  <a:pt x="940964" y="3888"/>
                  <a:pt x="745886" y="20893"/>
                  <a:pt x="594589" y="13716"/>
                </a:cubicBezTo>
                <a:cubicBezTo>
                  <a:pt x="443292" y="6539"/>
                  <a:pt x="119306" y="21776"/>
                  <a:pt x="0" y="13716"/>
                </a:cubicBezTo>
                <a:cubicBezTo>
                  <a:pt x="103" y="7543"/>
                  <a:pt x="-154" y="4446"/>
                  <a:pt x="0" y="0"/>
                </a:cubicBezTo>
                <a:close/>
              </a:path>
              <a:path w="1165860" h="13716" stroke="0" extrusionOk="0">
                <a:moveTo>
                  <a:pt x="0" y="0"/>
                </a:moveTo>
                <a:cubicBezTo>
                  <a:pt x="199755" y="-8614"/>
                  <a:pt x="439971" y="-19466"/>
                  <a:pt x="571271" y="0"/>
                </a:cubicBezTo>
                <a:cubicBezTo>
                  <a:pt x="702571" y="19466"/>
                  <a:pt x="922660" y="-18418"/>
                  <a:pt x="1165860" y="0"/>
                </a:cubicBezTo>
                <a:cubicBezTo>
                  <a:pt x="1165756" y="6849"/>
                  <a:pt x="1166068" y="9414"/>
                  <a:pt x="1165860" y="13716"/>
                </a:cubicBezTo>
                <a:cubicBezTo>
                  <a:pt x="981594" y="16996"/>
                  <a:pt x="788922" y="30312"/>
                  <a:pt x="582930" y="13716"/>
                </a:cubicBezTo>
                <a:cubicBezTo>
                  <a:pt x="376938" y="-2880"/>
                  <a:pt x="227474" y="40246"/>
                  <a:pt x="0" y="13716"/>
                </a:cubicBezTo>
                <a:cubicBezTo>
                  <a:pt x="469" y="7851"/>
                  <a:pt x="200" y="577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155947" y="342900"/>
            <a:ext cx="4505706" cy="1447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it-IT" sz="1600" dirty="0"/>
              <a:t>Il contratto smart definisce tre </a:t>
            </a:r>
            <a:r>
              <a:rPr lang="it-IT" sz="1600" dirty="0" err="1"/>
              <a:t>struct</a:t>
            </a:r>
            <a:r>
              <a:rPr lang="it-IT" sz="1600" dirty="0"/>
              <a:t> principali per modellare aree ospedaliere, operatori e eventi di sanificazione, usando mapping per accessi rapidi e ottimizzati.</a:t>
            </a:r>
            <a:endParaRPr lang="en-US" sz="1700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F4F61CEE-F993-BA4D-19BA-FA5725218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58" y="2301934"/>
            <a:ext cx="4101084" cy="200953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439570"/>
              </p:ext>
            </p:extLst>
          </p:nvPr>
        </p:nvGraphicFramePr>
        <p:xfrm>
          <a:off x="4690872" y="2149719"/>
          <a:ext cx="4101084" cy="2313961"/>
        </p:xfrm>
        <a:graphic>
          <a:graphicData uri="http://schemas.openxmlformats.org/drawingml/2006/table">
            <a:tbl>
              <a:tblPr firstRow="1" bandRow="1"/>
              <a:tblGrid>
                <a:gridCol w="1744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6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</a:t>
                      </a:r>
                      <a:endParaRPr lang="en-US" sz="1500" dirty="0">
                        <a:solidFill>
                          <a:schemeClr val="accent2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1949" marR="111949" marT="55974" marB="5597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Campi </a:t>
                      </a:r>
                      <a:r>
                        <a:rPr lang="en-US" sz="1500" b="1" dirty="0" err="1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Principali</a:t>
                      </a:r>
                      <a:endParaRPr lang="en-US" sz="1500" dirty="0">
                        <a:solidFill>
                          <a:schemeClr val="accent2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1949" marR="111949" marT="55974" marB="5597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5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1949" marR="111949" marT="55974" marB="5597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ID, nome, stato attivo, exists</a:t>
                      </a:r>
                      <a:endParaRPr lang="en-US" sz="15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1949" marR="111949" marT="55974" marB="5597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Operator</a:t>
                      </a:r>
                      <a:endParaRPr lang="en-US" sz="15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1949" marR="111949" marT="55974" marB="5597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wallet address, nome, attivo, exists</a:t>
                      </a:r>
                      <a:endParaRPr lang="en-US" sz="15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1949" marR="111949" marT="55974" marB="5597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SanitizationEvent</a:t>
                      </a:r>
                      <a:endParaRPr lang="en-US" sz="15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1949" marR="111949" marT="55974" marB="5597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 err="1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areaId</a:t>
                      </a:r>
                      <a:r>
                        <a:rPr lang="en-US" sz="15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r>
                        <a:rPr lang="en-US" sz="1500" dirty="0" err="1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operatorAddress</a:t>
                      </a:r>
                      <a:r>
                        <a:rPr lang="en-US" sz="15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timestamp, outcome, notes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1949" marR="111949" marT="55974" marB="5597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0"/>
          <p:cNvSpPr/>
          <p:nvPr/>
        </p:nvSpPr>
        <p:spPr>
          <a:xfrm>
            <a:off x="473202" y="342900"/>
            <a:ext cx="3257550" cy="1447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>
                <a:latin typeface="+mj-lt"/>
                <a:ea typeface="+mj-ea"/>
                <a:cs typeface="+mj-cs"/>
              </a:rPr>
              <a:t>Funzioni Principali e Controllo Accessi</a:t>
            </a:r>
            <a:endParaRPr lang="en-US" sz="3100">
              <a:latin typeface="+mj-lt"/>
              <a:ea typeface="+mj-ea"/>
              <a:cs typeface="+mj-cs"/>
            </a:endParaRPr>
          </a:p>
        </p:txBody>
      </p:sp>
      <p:sp>
        <p:nvSpPr>
          <p:cNvPr id="27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53561" y="1059561"/>
            <a:ext cx="1165860" cy="13716"/>
          </a:xfrm>
          <a:custGeom>
            <a:avLst/>
            <a:gdLst>
              <a:gd name="csX0" fmla="*/ 0 w 1165860"/>
              <a:gd name="csY0" fmla="*/ 0 h 13716"/>
              <a:gd name="csX1" fmla="*/ 606247 w 1165860"/>
              <a:gd name="csY1" fmla="*/ 0 h 13716"/>
              <a:gd name="csX2" fmla="*/ 1165860 w 1165860"/>
              <a:gd name="csY2" fmla="*/ 0 h 13716"/>
              <a:gd name="csX3" fmla="*/ 1165860 w 1165860"/>
              <a:gd name="csY3" fmla="*/ 13716 h 13716"/>
              <a:gd name="csX4" fmla="*/ 594589 w 1165860"/>
              <a:gd name="csY4" fmla="*/ 13716 h 13716"/>
              <a:gd name="csX5" fmla="*/ 0 w 1165860"/>
              <a:gd name="csY5" fmla="*/ 13716 h 13716"/>
              <a:gd name="csX6" fmla="*/ 0 w 1165860"/>
              <a:gd name="csY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65860" h="13716" fill="none" extrusionOk="0">
                <a:moveTo>
                  <a:pt x="0" y="0"/>
                </a:moveTo>
                <a:cubicBezTo>
                  <a:pt x="164196" y="4475"/>
                  <a:pt x="311417" y="-11483"/>
                  <a:pt x="606247" y="0"/>
                </a:cubicBezTo>
                <a:cubicBezTo>
                  <a:pt x="901077" y="11483"/>
                  <a:pt x="1028750" y="-4041"/>
                  <a:pt x="1165860" y="0"/>
                </a:cubicBezTo>
                <a:cubicBezTo>
                  <a:pt x="1165578" y="4434"/>
                  <a:pt x="1165988" y="8423"/>
                  <a:pt x="1165860" y="13716"/>
                </a:cubicBezTo>
                <a:cubicBezTo>
                  <a:pt x="940964" y="3888"/>
                  <a:pt x="745886" y="20893"/>
                  <a:pt x="594589" y="13716"/>
                </a:cubicBezTo>
                <a:cubicBezTo>
                  <a:pt x="443292" y="6539"/>
                  <a:pt x="119306" y="21776"/>
                  <a:pt x="0" y="13716"/>
                </a:cubicBezTo>
                <a:cubicBezTo>
                  <a:pt x="103" y="7543"/>
                  <a:pt x="-154" y="4446"/>
                  <a:pt x="0" y="0"/>
                </a:cubicBezTo>
                <a:close/>
              </a:path>
              <a:path w="1165860" h="13716" stroke="0" extrusionOk="0">
                <a:moveTo>
                  <a:pt x="0" y="0"/>
                </a:moveTo>
                <a:cubicBezTo>
                  <a:pt x="199755" y="-8614"/>
                  <a:pt x="439971" y="-19466"/>
                  <a:pt x="571271" y="0"/>
                </a:cubicBezTo>
                <a:cubicBezTo>
                  <a:pt x="702571" y="19466"/>
                  <a:pt x="922660" y="-18418"/>
                  <a:pt x="1165860" y="0"/>
                </a:cubicBezTo>
                <a:cubicBezTo>
                  <a:pt x="1165756" y="6849"/>
                  <a:pt x="1166068" y="9414"/>
                  <a:pt x="1165860" y="13716"/>
                </a:cubicBezTo>
                <a:cubicBezTo>
                  <a:pt x="981594" y="16996"/>
                  <a:pt x="788922" y="30312"/>
                  <a:pt x="582930" y="13716"/>
                </a:cubicBezTo>
                <a:cubicBezTo>
                  <a:pt x="376938" y="-2880"/>
                  <a:pt x="227474" y="40246"/>
                  <a:pt x="0" y="13716"/>
                </a:cubicBezTo>
                <a:cubicBezTo>
                  <a:pt x="469" y="7851"/>
                  <a:pt x="200" y="577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155947" y="342900"/>
            <a:ext cx="4505706" cy="1447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it-IT" sz="1600" dirty="0"/>
              <a:t>Il contratto espone funzioni dedicate per ruolo, protette da </a:t>
            </a:r>
            <a:r>
              <a:rPr lang="it-IT" sz="1600" dirty="0" err="1"/>
              <a:t>modifier</a:t>
            </a:r>
            <a:r>
              <a:rPr lang="it-IT" sz="1600" dirty="0"/>
              <a:t> </a:t>
            </a:r>
            <a:r>
              <a:rPr lang="it-IT" sz="1600" b="1" i="1" dirty="0" err="1"/>
              <a:t>Solidity</a:t>
            </a:r>
            <a:r>
              <a:rPr lang="it-IT" sz="1600" dirty="0"/>
              <a:t> che verificano autorizzazioni prima dell'esecuzione, garantendo sicurezza granulare degli accessi.</a:t>
            </a:r>
            <a:endParaRPr lang="en-US" sz="1700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06E54682-2F3A-2D1A-6B5C-4E76BAA83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58" y="2568504"/>
            <a:ext cx="4101084" cy="1476389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954569"/>
              </p:ext>
            </p:extLst>
          </p:nvPr>
        </p:nvGraphicFramePr>
        <p:xfrm>
          <a:off x="4690872" y="2092093"/>
          <a:ext cx="4101085" cy="2429216"/>
        </p:xfrm>
        <a:graphic>
          <a:graphicData uri="http://schemas.openxmlformats.org/drawingml/2006/table">
            <a:tbl>
              <a:tblPr firstRow="1" bandRow="1"/>
              <a:tblGrid>
                <a:gridCol w="1517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4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94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0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 err="1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Funzione</a:t>
                      </a:r>
                      <a:endParaRPr lang="en-US" sz="1300" dirty="0">
                        <a:solidFill>
                          <a:schemeClr val="accent2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692" marR="99692" marT="49846" marB="498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 err="1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Ruolo</a:t>
                      </a:r>
                      <a:endParaRPr lang="en-US" sz="1300" dirty="0">
                        <a:solidFill>
                          <a:schemeClr val="accent2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692" marR="99692" marT="49846" marB="498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 err="1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Descrizione</a:t>
                      </a:r>
                      <a:endParaRPr lang="en-US" sz="1300" dirty="0">
                        <a:solidFill>
                          <a:schemeClr val="accent2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692" marR="99692" marT="49846" marB="498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2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registerArea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692" marR="99692" marT="49846" marB="498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692" marR="99692" marT="49846" marB="498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 nuove aree ospedaliere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692" marR="99692" marT="49846" marB="498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2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registerOperator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692" marR="99692" marT="49846" marB="498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692" marR="99692" marT="49846" marB="498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Registra operatori autorizzati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692" marR="99692" marT="49846" marB="498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2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sanitize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692" marR="99692" marT="49846" marB="498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Operator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692" marR="99692" marT="49846" marB="498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Registra evento sanificazione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692" marR="99692" marT="49846" marB="498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2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getAreaEvents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692" marR="99692" marT="49846" marB="498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Pubblico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692" marR="99692" marT="49846" marB="498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 storico area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9692" marR="99692" marT="49846" marB="498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2"/>
            <a:ext cx="7924800" cy="1295400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21282"/>
            <a:ext cx="7924800" cy="1295400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Testing e Deploy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6306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2100" dirty="0">
              <a:solidFill>
                <a:schemeClr val="accent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2103118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Suite completa con Hardhat: 14/14 test passati. Copertura completa di tutte le funzionalità.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9260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2100" dirty="0">
              <a:solidFill>
                <a:schemeClr val="accent2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3398518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Sepolia Testnet, 21 Feb 2026. Indirizzo: 0x679C...4517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0"/>
          <p:cNvSpPr/>
          <p:nvPr/>
        </p:nvSpPr>
        <p:spPr>
          <a:xfrm>
            <a:off x="473202" y="342900"/>
            <a:ext cx="3257550" cy="1447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latin typeface="+mj-lt"/>
                <a:ea typeface="+mj-ea"/>
                <a:cs typeface="+mj-cs"/>
              </a:rPr>
              <a:t>Frontend DApp</a:t>
            </a:r>
            <a:endParaRPr lang="en-US" sz="3600">
              <a:latin typeface="+mj-lt"/>
              <a:ea typeface="+mj-ea"/>
              <a:cs typeface="+mj-cs"/>
            </a:endParaRPr>
          </a:p>
        </p:txBody>
      </p:sp>
      <p:sp>
        <p:nvSpPr>
          <p:cNvPr id="33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53561" y="1059561"/>
            <a:ext cx="1165860" cy="13716"/>
          </a:xfrm>
          <a:custGeom>
            <a:avLst/>
            <a:gdLst>
              <a:gd name="csX0" fmla="*/ 0 w 1165860"/>
              <a:gd name="csY0" fmla="*/ 0 h 13716"/>
              <a:gd name="csX1" fmla="*/ 606247 w 1165860"/>
              <a:gd name="csY1" fmla="*/ 0 h 13716"/>
              <a:gd name="csX2" fmla="*/ 1165860 w 1165860"/>
              <a:gd name="csY2" fmla="*/ 0 h 13716"/>
              <a:gd name="csX3" fmla="*/ 1165860 w 1165860"/>
              <a:gd name="csY3" fmla="*/ 13716 h 13716"/>
              <a:gd name="csX4" fmla="*/ 594589 w 1165860"/>
              <a:gd name="csY4" fmla="*/ 13716 h 13716"/>
              <a:gd name="csX5" fmla="*/ 0 w 1165860"/>
              <a:gd name="csY5" fmla="*/ 13716 h 13716"/>
              <a:gd name="csX6" fmla="*/ 0 w 1165860"/>
              <a:gd name="csY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65860" h="13716" fill="none" extrusionOk="0">
                <a:moveTo>
                  <a:pt x="0" y="0"/>
                </a:moveTo>
                <a:cubicBezTo>
                  <a:pt x="164196" y="4475"/>
                  <a:pt x="311417" y="-11483"/>
                  <a:pt x="606247" y="0"/>
                </a:cubicBezTo>
                <a:cubicBezTo>
                  <a:pt x="901077" y="11483"/>
                  <a:pt x="1028750" y="-4041"/>
                  <a:pt x="1165860" y="0"/>
                </a:cubicBezTo>
                <a:cubicBezTo>
                  <a:pt x="1165578" y="4434"/>
                  <a:pt x="1165988" y="8423"/>
                  <a:pt x="1165860" y="13716"/>
                </a:cubicBezTo>
                <a:cubicBezTo>
                  <a:pt x="940964" y="3888"/>
                  <a:pt x="745886" y="20893"/>
                  <a:pt x="594589" y="13716"/>
                </a:cubicBezTo>
                <a:cubicBezTo>
                  <a:pt x="443292" y="6539"/>
                  <a:pt x="119306" y="21776"/>
                  <a:pt x="0" y="13716"/>
                </a:cubicBezTo>
                <a:cubicBezTo>
                  <a:pt x="103" y="7543"/>
                  <a:pt x="-154" y="4446"/>
                  <a:pt x="0" y="0"/>
                </a:cubicBezTo>
                <a:close/>
              </a:path>
              <a:path w="1165860" h="13716" stroke="0" extrusionOk="0">
                <a:moveTo>
                  <a:pt x="0" y="0"/>
                </a:moveTo>
                <a:cubicBezTo>
                  <a:pt x="199755" y="-8614"/>
                  <a:pt x="439971" y="-19466"/>
                  <a:pt x="571271" y="0"/>
                </a:cubicBezTo>
                <a:cubicBezTo>
                  <a:pt x="702571" y="19466"/>
                  <a:pt x="922660" y="-18418"/>
                  <a:pt x="1165860" y="0"/>
                </a:cubicBezTo>
                <a:cubicBezTo>
                  <a:pt x="1165756" y="6849"/>
                  <a:pt x="1166068" y="9414"/>
                  <a:pt x="1165860" y="13716"/>
                </a:cubicBezTo>
                <a:cubicBezTo>
                  <a:pt x="981594" y="16996"/>
                  <a:pt x="788922" y="30312"/>
                  <a:pt x="582930" y="13716"/>
                </a:cubicBezTo>
                <a:cubicBezTo>
                  <a:pt x="376938" y="-2880"/>
                  <a:pt x="227474" y="40246"/>
                  <a:pt x="0" y="13716"/>
                </a:cubicBezTo>
                <a:cubicBezTo>
                  <a:pt x="469" y="7851"/>
                  <a:pt x="200" y="577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155947" y="342900"/>
            <a:ext cx="4505706" cy="1447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it-IT" sz="1600" dirty="0"/>
              <a:t>La </a:t>
            </a:r>
            <a:r>
              <a:rPr lang="it-IT" sz="1600" dirty="0" err="1"/>
              <a:t>DApp</a:t>
            </a:r>
            <a:r>
              <a:rPr lang="it-IT" sz="1600" dirty="0"/>
              <a:t> offre un'interfaccia web intuitiva che collega </a:t>
            </a:r>
            <a:r>
              <a:rPr lang="it-IT" sz="1600" dirty="0" err="1"/>
              <a:t>MetaMask</a:t>
            </a:r>
            <a:r>
              <a:rPr lang="it-IT" sz="1600" dirty="0"/>
              <a:t> allo smart </a:t>
            </a:r>
            <a:r>
              <a:rPr lang="it-IT" sz="1600" dirty="0" err="1"/>
              <a:t>contract</a:t>
            </a:r>
            <a:r>
              <a:rPr lang="it-IT" sz="1600" dirty="0"/>
              <a:t> tramite ethers.js, identificando automaticamente il ruolo dell'utente per un accesso personalizzato.</a:t>
            </a:r>
            <a:endParaRPr lang="en-US" sz="1700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561AD5CB-A075-8708-BAF9-C4BA65D10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58" y="2435219"/>
            <a:ext cx="4101084" cy="1742959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876046"/>
              </p:ext>
            </p:extLst>
          </p:nvPr>
        </p:nvGraphicFramePr>
        <p:xfrm>
          <a:off x="4690872" y="2154300"/>
          <a:ext cx="4101085" cy="2304799"/>
        </p:xfrm>
        <a:graphic>
          <a:graphicData uri="http://schemas.openxmlformats.org/drawingml/2006/table">
            <a:tbl>
              <a:tblPr firstRow="1" bandRow="1"/>
              <a:tblGrid>
                <a:gridCol w="1276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4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29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</a:t>
                      </a:r>
                      <a:endParaRPr lang="en-US" sz="1600" dirty="0">
                        <a:solidFill>
                          <a:schemeClr val="accent2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3224" marR="123224" marT="61612" marB="6161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 err="1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Ruolo</a:t>
                      </a:r>
                      <a:endParaRPr lang="en-US" sz="1600" dirty="0">
                        <a:solidFill>
                          <a:schemeClr val="accent2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3224" marR="123224" marT="61612" marB="6161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index.html</a:t>
                      </a:r>
                      <a:endParaRPr lang="en-US" sz="16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3224" marR="123224" marT="61612" marB="6161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Struttura UI con sezioni per ruoli</a:t>
                      </a:r>
                      <a:endParaRPr lang="en-US" sz="16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3224" marR="123224" marT="61612" marB="6161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app.js</a:t>
                      </a:r>
                      <a:endParaRPr lang="en-US" sz="16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3224" marR="123224" marT="61612" marB="6161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Connessione MetaMask e chiamate contratto</a:t>
                      </a:r>
                      <a:endParaRPr lang="en-US" sz="16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3224" marR="123224" marT="61612" marB="6161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7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style.css</a:t>
                      </a:r>
                      <a:endParaRPr lang="en-US" sz="16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3224" marR="123224" marT="61612" marB="6161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Stile per </a:t>
                      </a:r>
                      <a:r>
                        <a:rPr lang="en-US" sz="1600" dirty="0" err="1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separazione</a:t>
                      </a:r>
                      <a:r>
                        <a:rPr lang="en-US" sz="16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visiva</a:t>
                      </a:r>
                      <a:r>
                        <a:rPr lang="en-US" sz="16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sezioni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3224" marR="123224" marT="61612" marB="6161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7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0"/>
          <p:cNvSpPr/>
          <p:nvPr/>
        </p:nvSpPr>
        <p:spPr>
          <a:xfrm>
            <a:off x="473202" y="342900"/>
            <a:ext cx="3257550" cy="1447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latin typeface="+mj-lt"/>
                <a:ea typeface="+mj-ea"/>
                <a:cs typeface="+mj-cs"/>
              </a:rPr>
              <a:t>Caso d'Uso: Sala Operatoria 101</a:t>
            </a:r>
            <a:endParaRPr lang="en-US" sz="3600">
              <a:latin typeface="+mj-lt"/>
              <a:ea typeface="+mj-ea"/>
              <a:cs typeface="+mj-cs"/>
            </a:endParaRPr>
          </a:p>
        </p:txBody>
      </p:sp>
      <p:sp>
        <p:nvSpPr>
          <p:cNvPr id="37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53561" y="1059561"/>
            <a:ext cx="1165860" cy="13716"/>
          </a:xfrm>
          <a:custGeom>
            <a:avLst/>
            <a:gdLst>
              <a:gd name="csX0" fmla="*/ 0 w 1165860"/>
              <a:gd name="csY0" fmla="*/ 0 h 13716"/>
              <a:gd name="csX1" fmla="*/ 606247 w 1165860"/>
              <a:gd name="csY1" fmla="*/ 0 h 13716"/>
              <a:gd name="csX2" fmla="*/ 1165860 w 1165860"/>
              <a:gd name="csY2" fmla="*/ 0 h 13716"/>
              <a:gd name="csX3" fmla="*/ 1165860 w 1165860"/>
              <a:gd name="csY3" fmla="*/ 13716 h 13716"/>
              <a:gd name="csX4" fmla="*/ 594589 w 1165860"/>
              <a:gd name="csY4" fmla="*/ 13716 h 13716"/>
              <a:gd name="csX5" fmla="*/ 0 w 1165860"/>
              <a:gd name="csY5" fmla="*/ 13716 h 13716"/>
              <a:gd name="csX6" fmla="*/ 0 w 1165860"/>
              <a:gd name="csY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65860" h="13716" fill="none" extrusionOk="0">
                <a:moveTo>
                  <a:pt x="0" y="0"/>
                </a:moveTo>
                <a:cubicBezTo>
                  <a:pt x="164196" y="4475"/>
                  <a:pt x="311417" y="-11483"/>
                  <a:pt x="606247" y="0"/>
                </a:cubicBezTo>
                <a:cubicBezTo>
                  <a:pt x="901077" y="11483"/>
                  <a:pt x="1028750" y="-4041"/>
                  <a:pt x="1165860" y="0"/>
                </a:cubicBezTo>
                <a:cubicBezTo>
                  <a:pt x="1165578" y="4434"/>
                  <a:pt x="1165988" y="8423"/>
                  <a:pt x="1165860" y="13716"/>
                </a:cubicBezTo>
                <a:cubicBezTo>
                  <a:pt x="940964" y="3888"/>
                  <a:pt x="745886" y="20893"/>
                  <a:pt x="594589" y="13716"/>
                </a:cubicBezTo>
                <a:cubicBezTo>
                  <a:pt x="443292" y="6539"/>
                  <a:pt x="119306" y="21776"/>
                  <a:pt x="0" y="13716"/>
                </a:cubicBezTo>
                <a:cubicBezTo>
                  <a:pt x="103" y="7543"/>
                  <a:pt x="-154" y="4446"/>
                  <a:pt x="0" y="0"/>
                </a:cubicBezTo>
                <a:close/>
              </a:path>
              <a:path w="1165860" h="13716" stroke="0" extrusionOk="0">
                <a:moveTo>
                  <a:pt x="0" y="0"/>
                </a:moveTo>
                <a:cubicBezTo>
                  <a:pt x="199755" y="-8614"/>
                  <a:pt x="439971" y="-19466"/>
                  <a:pt x="571271" y="0"/>
                </a:cubicBezTo>
                <a:cubicBezTo>
                  <a:pt x="702571" y="19466"/>
                  <a:pt x="922660" y="-18418"/>
                  <a:pt x="1165860" y="0"/>
                </a:cubicBezTo>
                <a:cubicBezTo>
                  <a:pt x="1165756" y="6849"/>
                  <a:pt x="1166068" y="9414"/>
                  <a:pt x="1165860" y="13716"/>
                </a:cubicBezTo>
                <a:cubicBezTo>
                  <a:pt x="981594" y="16996"/>
                  <a:pt x="788922" y="30312"/>
                  <a:pt x="582930" y="13716"/>
                </a:cubicBezTo>
                <a:cubicBezTo>
                  <a:pt x="376938" y="-2880"/>
                  <a:pt x="227474" y="40246"/>
                  <a:pt x="0" y="13716"/>
                </a:cubicBezTo>
                <a:cubicBezTo>
                  <a:pt x="469" y="7851"/>
                  <a:pt x="200" y="577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155947" y="342900"/>
            <a:ext cx="4505706" cy="1447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it-IT" sz="1600" dirty="0"/>
              <a:t>Un ospedale sceglie di tracciare rigorosamente le sanificazioni della sala operatoria 101 seguendo questo flusso operativo standardizzato.</a:t>
            </a:r>
            <a:endParaRPr lang="en-US" sz="1700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CFEE6C63-11DF-0357-77AE-BEF0D4386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58" y="2650525"/>
            <a:ext cx="4101084" cy="1312347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748143"/>
              </p:ext>
            </p:extLst>
          </p:nvPr>
        </p:nvGraphicFramePr>
        <p:xfrm>
          <a:off x="4690872" y="2253050"/>
          <a:ext cx="4101085" cy="2107300"/>
        </p:xfrm>
        <a:graphic>
          <a:graphicData uri="http://schemas.openxmlformats.org/drawingml/2006/table">
            <a:tbl>
              <a:tblPr firstRow="1" bandRow="1"/>
              <a:tblGrid>
                <a:gridCol w="1635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5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3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0284C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</a:t>
                      </a:r>
                      <a:endParaRPr lang="en-US" sz="15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0250" marR="110250" marT="55125" marB="551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0284C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Azione</a:t>
                      </a:r>
                      <a:endParaRPr lang="en-US" sz="15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0250" marR="110250" marT="55125" marB="551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Setup</a:t>
                      </a:r>
                      <a:endParaRPr lang="en-US" sz="15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0250" marR="110250" marT="55125" marB="551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 registra area 101 e operatori</a:t>
                      </a:r>
                      <a:endParaRPr lang="en-US" sz="15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0250" marR="110250" marT="55125" marB="551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Sanificazione</a:t>
                      </a:r>
                      <a:endParaRPr lang="en-US" sz="15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0250" marR="110250" marT="55125" marB="551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Operatore registra intervento giornaliero</a:t>
                      </a:r>
                      <a:endParaRPr lang="en-US" sz="15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0250" marR="110250" marT="55125" marB="551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Audit</a:t>
                      </a:r>
                      <a:endParaRPr lang="en-US" sz="15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0250" marR="110250" marT="55125" marB="551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Storico completo con timestamp verificabili</a:t>
                      </a:r>
                      <a:endParaRPr lang="en-US" sz="15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0250" marR="110250" marT="55125" marB="551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473202" y="377190"/>
            <a:ext cx="2564892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3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Vantaggi della Soluzione</a:t>
            </a:r>
            <a:endParaRPr lang="en-US" sz="33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674619" y="918972"/>
            <a:ext cx="1165860" cy="13716"/>
          </a:xfrm>
          <a:custGeom>
            <a:avLst/>
            <a:gdLst>
              <a:gd name="csX0" fmla="*/ 0 w 1165860"/>
              <a:gd name="csY0" fmla="*/ 0 h 13716"/>
              <a:gd name="csX1" fmla="*/ 606247 w 1165860"/>
              <a:gd name="csY1" fmla="*/ 0 h 13716"/>
              <a:gd name="csX2" fmla="*/ 1165860 w 1165860"/>
              <a:gd name="csY2" fmla="*/ 0 h 13716"/>
              <a:gd name="csX3" fmla="*/ 1165860 w 1165860"/>
              <a:gd name="csY3" fmla="*/ 13716 h 13716"/>
              <a:gd name="csX4" fmla="*/ 594589 w 1165860"/>
              <a:gd name="csY4" fmla="*/ 13716 h 13716"/>
              <a:gd name="csX5" fmla="*/ 0 w 1165860"/>
              <a:gd name="csY5" fmla="*/ 13716 h 13716"/>
              <a:gd name="csX6" fmla="*/ 0 w 1165860"/>
              <a:gd name="csY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65860" h="13716" fill="none" extrusionOk="0">
                <a:moveTo>
                  <a:pt x="0" y="0"/>
                </a:moveTo>
                <a:cubicBezTo>
                  <a:pt x="164196" y="4475"/>
                  <a:pt x="311417" y="-11483"/>
                  <a:pt x="606247" y="0"/>
                </a:cubicBezTo>
                <a:cubicBezTo>
                  <a:pt x="901077" y="11483"/>
                  <a:pt x="1028750" y="-4041"/>
                  <a:pt x="1165860" y="0"/>
                </a:cubicBezTo>
                <a:cubicBezTo>
                  <a:pt x="1165578" y="4434"/>
                  <a:pt x="1165988" y="8423"/>
                  <a:pt x="1165860" y="13716"/>
                </a:cubicBezTo>
                <a:cubicBezTo>
                  <a:pt x="940964" y="3888"/>
                  <a:pt x="745886" y="20893"/>
                  <a:pt x="594589" y="13716"/>
                </a:cubicBezTo>
                <a:cubicBezTo>
                  <a:pt x="443292" y="6539"/>
                  <a:pt x="119306" y="21776"/>
                  <a:pt x="0" y="13716"/>
                </a:cubicBezTo>
                <a:cubicBezTo>
                  <a:pt x="103" y="7543"/>
                  <a:pt x="-154" y="4446"/>
                  <a:pt x="0" y="0"/>
                </a:cubicBezTo>
                <a:close/>
              </a:path>
              <a:path w="1165860" h="13716" stroke="0" extrusionOk="0">
                <a:moveTo>
                  <a:pt x="0" y="0"/>
                </a:moveTo>
                <a:cubicBezTo>
                  <a:pt x="199755" y="-8614"/>
                  <a:pt x="439971" y="-19466"/>
                  <a:pt x="571271" y="0"/>
                </a:cubicBezTo>
                <a:cubicBezTo>
                  <a:pt x="702571" y="19466"/>
                  <a:pt x="922660" y="-18418"/>
                  <a:pt x="1165860" y="0"/>
                </a:cubicBezTo>
                <a:cubicBezTo>
                  <a:pt x="1165756" y="6849"/>
                  <a:pt x="1166068" y="9414"/>
                  <a:pt x="1165860" y="13716"/>
                </a:cubicBezTo>
                <a:cubicBezTo>
                  <a:pt x="981594" y="16996"/>
                  <a:pt x="788922" y="30312"/>
                  <a:pt x="582930" y="13716"/>
                </a:cubicBezTo>
                <a:cubicBezTo>
                  <a:pt x="376938" y="-2880"/>
                  <a:pt x="227474" y="40246"/>
                  <a:pt x="0" y="13716"/>
                </a:cubicBezTo>
                <a:cubicBezTo>
                  <a:pt x="469" y="7851"/>
                  <a:pt x="200" y="577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490721" y="377190"/>
            <a:ext cx="5170932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La </a:t>
            </a:r>
            <a:r>
              <a:rPr lang="en-US" sz="1700" dirty="0" err="1"/>
              <a:t>soluzione</a:t>
            </a:r>
            <a:r>
              <a:rPr lang="en-US" sz="1700" dirty="0"/>
              <a:t> blockchain </a:t>
            </a:r>
            <a:r>
              <a:rPr lang="en-US" sz="1700" dirty="0" err="1"/>
              <a:t>offre</a:t>
            </a:r>
            <a:r>
              <a:rPr lang="en-US" sz="1700" dirty="0"/>
              <a:t> </a:t>
            </a:r>
            <a:r>
              <a:rPr lang="en-US" sz="1700" dirty="0" err="1"/>
              <a:t>vantaggi</a:t>
            </a:r>
            <a:r>
              <a:rPr lang="en-US" sz="1700" dirty="0"/>
              <a:t> </a:t>
            </a:r>
            <a:r>
              <a:rPr lang="en-US" sz="1700" dirty="0" err="1"/>
              <a:t>concreti</a:t>
            </a:r>
            <a:r>
              <a:rPr lang="en-US" sz="1700" dirty="0"/>
              <a:t> rispetto ai </a:t>
            </a:r>
            <a:r>
              <a:rPr lang="en-US" sz="1700" dirty="0" err="1"/>
              <a:t>sistemi</a:t>
            </a:r>
            <a:r>
              <a:rPr lang="en-US" sz="1700" dirty="0"/>
              <a:t> </a:t>
            </a:r>
            <a:r>
              <a:rPr lang="en-US" sz="1700" dirty="0" err="1"/>
              <a:t>tradizionali</a:t>
            </a:r>
            <a:r>
              <a:rPr lang="en-US" sz="1700" dirty="0"/>
              <a:t> per la </a:t>
            </a:r>
            <a:r>
              <a:rPr lang="en-US" sz="1700" dirty="0" err="1"/>
              <a:t>gestione</a:t>
            </a:r>
            <a:r>
              <a:rPr lang="en-US" sz="1700" dirty="0"/>
              <a:t> della </a:t>
            </a:r>
            <a:r>
              <a:rPr lang="en-US" sz="1700" dirty="0" err="1"/>
              <a:t>tracciabilità</a:t>
            </a:r>
            <a:r>
              <a:rPr lang="en-US" sz="1700" dirty="0"/>
              <a:t> </a:t>
            </a:r>
            <a:r>
              <a:rPr lang="en-US" sz="1700" dirty="0" err="1"/>
              <a:t>ospedaliera</a:t>
            </a:r>
            <a:r>
              <a:rPr lang="en-US" sz="1700" dirty="0"/>
              <a:t>.</a:t>
            </a: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282232"/>
              </p:ext>
            </p:extLst>
          </p:nvPr>
        </p:nvGraphicFramePr>
        <p:xfrm>
          <a:off x="880099" y="1718202"/>
          <a:ext cx="7374658" cy="2969515"/>
        </p:xfrm>
        <a:graphic>
          <a:graphicData uri="http://schemas.openxmlformats.org/drawingml/2006/table">
            <a:tbl>
              <a:tblPr firstRow="1" bandRow="1"/>
              <a:tblGrid>
                <a:gridCol w="2460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4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39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b="1" dirty="0" err="1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Vantaggio</a:t>
                      </a:r>
                      <a:endParaRPr lang="en-US" sz="2300" dirty="0">
                        <a:solidFill>
                          <a:schemeClr val="accent2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4677" marR="174677" marT="87339" marB="8733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b="1" dirty="0" err="1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Impatto</a:t>
                      </a:r>
                      <a:r>
                        <a:rPr lang="en-US" sz="2300" b="1" dirty="0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Pratico</a:t>
                      </a:r>
                      <a:endParaRPr lang="en-US" sz="2300" dirty="0">
                        <a:solidFill>
                          <a:schemeClr val="accent2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4677" marR="174677" marT="87339" marB="8733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9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Immutabilità</a:t>
                      </a:r>
                      <a:endParaRPr lang="en-US" sz="2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4677" marR="174677" marT="87339" marB="8733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Impossibile alterare dati storici</a:t>
                      </a:r>
                      <a:endParaRPr lang="en-US" sz="2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4677" marR="174677" marT="87339" marB="8733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9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Trasparenza</a:t>
                      </a:r>
                      <a:endParaRPr lang="en-US" sz="2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4677" marR="174677" marT="87339" marB="8733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Verificabile da autorità di controllo</a:t>
                      </a:r>
                      <a:endParaRPr lang="en-US" sz="2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4677" marR="174677" marT="87339" marB="8733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9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Responsabilità</a:t>
                      </a:r>
                      <a:endParaRPr lang="en-US" sz="2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4677" marR="174677" marT="87339" marB="8733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Identità operatore certificata</a:t>
                      </a:r>
                      <a:endParaRPr lang="en-US" sz="2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4677" marR="174677" marT="87339" marB="8733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9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Conformità</a:t>
                      </a:r>
                      <a:endParaRPr lang="en-US" sz="2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4677" marR="174677" marT="87339" marB="8733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 err="1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Gestione</a:t>
                      </a:r>
                      <a:r>
                        <a:rPr lang="en-US" sz="23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rischio</a:t>
                      </a:r>
                      <a:r>
                        <a:rPr lang="en-US" sz="23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e audit </a:t>
                      </a:r>
                      <a:r>
                        <a:rPr lang="en-US" sz="2300" dirty="0" err="1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facilitati</a:t>
                      </a:r>
                      <a:endParaRPr lang="en-US" sz="2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4677" marR="174677" marT="87339" marB="8733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42114"/>
            <a:ext cx="7924800" cy="1040924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83036"/>
            <a:ext cx="7924800" cy="1040924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Limiti e Sviluppi Futuri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sistema presenta margini di miglioramento per applicazioni reali più complesse.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38200" y="1870714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Limiti Attuali</a:t>
            </a:r>
            <a:endParaRPr lang="en-US" sz="1500" dirty="0">
              <a:solidFill>
                <a:schemeClr val="accent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38200" y="2251714"/>
            <a:ext cx="7616952" cy="202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 essenziali on-chain, nessun ruolo auditor, frontend vanilla JS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38200" y="2911636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Sviluppi Futuri</a:t>
            </a:r>
            <a:endParaRPr lang="en-US" sz="1500" dirty="0">
              <a:solidFill>
                <a:schemeClr val="accent2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838200" y="3292636"/>
            <a:ext cx="7616952" cy="202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Ruoli intermedi, notifiche automatiche, migrazione React, integrazione off-chain</a:t>
            </a:r>
            <a:endParaRPr lang="en-US" sz="11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Conclusioni</a:t>
            </a:r>
            <a:endParaRPr lang="en-US" sz="4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258029"/>
            <a:ext cx="8140446" cy="13716"/>
          </a:xfrm>
          <a:custGeom>
            <a:avLst/>
            <a:gdLst>
              <a:gd name="csX0" fmla="*/ 0 w 8140446"/>
              <a:gd name="csY0" fmla="*/ 0 h 13716"/>
              <a:gd name="csX1" fmla="*/ 434157 w 8140446"/>
              <a:gd name="csY1" fmla="*/ 0 h 13716"/>
              <a:gd name="csX2" fmla="*/ 1193932 w 8140446"/>
              <a:gd name="csY2" fmla="*/ 0 h 13716"/>
              <a:gd name="csX3" fmla="*/ 1628089 w 8140446"/>
              <a:gd name="csY3" fmla="*/ 0 h 13716"/>
              <a:gd name="csX4" fmla="*/ 2225055 w 8140446"/>
              <a:gd name="csY4" fmla="*/ 0 h 13716"/>
              <a:gd name="csX5" fmla="*/ 3066235 w 8140446"/>
              <a:gd name="csY5" fmla="*/ 0 h 13716"/>
              <a:gd name="csX6" fmla="*/ 3744605 w 8140446"/>
              <a:gd name="csY6" fmla="*/ 0 h 13716"/>
              <a:gd name="csX7" fmla="*/ 4504380 w 8140446"/>
              <a:gd name="csY7" fmla="*/ 0 h 13716"/>
              <a:gd name="csX8" fmla="*/ 5101346 w 8140446"/>
              <a:gd name="csY8" fmla="*/ 0 h 13716"/>
              <a:gd name="csX9" fmla="*/ 5779717 w 8140446"/>
              <a:gd name="csY9" fmla="*/ 0 h 13716"/>
              <a:gd name="csX10" fmla="*/ 6620896 w 8140446"/>
              <a:gd name="csY10" fmla="*/ 0 h 13716"/>
              <a:gd name="csX11" fmla="*/ 7136458 w 8140446"/>
              <a:gd name="csY11" fmla="*/ 0 h 13716"/>
              <a:gd name="csX12" fmla="*/ 8140446 w 8140446"/>
              <a:gd name="csY12" fmla="*/ 0 h 13716"/>
              <a:gd name="csX13" fmla="*/ 8140446 w 8140446"/>
              <a:gd name="csY13" fmla="*/ 13716 h 13716"/>
              <a:gd name="csX14" fmla="*/ 7543480 w 8140446"/>
              <a:gd name="csY14" fmla="*/ 13716 h 13716"/>
              <a:gd name="csX15" fmla="*/ 7109323 w 8140446"/>
              <a:gd name="csY15" fmla="*/ 13716 h 13716"/>
              <a:gd name="csX16" fmla="*/ 6430952 w 8140446"/>
              <a:gd name="csY16" fmla="*/ 13716 h 13716"/>
              <a:gd name="csX17" fmla="*/ 5915391 w 8140446"/>
              <a:gd name="csY17" fmla="*/ 13716 h 13716"/>
              <a:gd name="csX18" fmla="*/ 5237020 w 8140446"/>
              <a:gd name="csY18" fmla="*/ 13716 h 13716"/>
              <a:gd name="csX19" fmla="*/ 4558650 w 8140446"/>
              <a:gd name="csY19" fmla="*/ 13716 h 13716"/>
              <a:gd name="csX20" fmla="*/ 3880279 w 8140446"/>
              <a:gd name="csY20" fmla="*/ 13716 h 13716"/>
              <a:gd name="csX21" fmla="*/ 3201909 w 8140446"/>
              <a:gd name="csY21" fmla="*/ 13716 h 13716"/>
              <a:gd name="csX22" fmla="*/ 2604943 w 8140446"/>
              <a:gd name="csY22" fmla="*/ 13716 h 13716"/>
              <a:gd name="csX23" fmla="*/ 1845168 w 8140446"/>
              <a:gd name="csY23" fmla="*/ 13716 h 13716"/>
              <a:gd name="csX24" fmla="*/ 1166797 w 8140446"/>
              <a:gd name="csY24" fmla="*/ 13716 h 13716"/>
              <a:gd name="csX25" fmla="*/ 0 w 8140446"/>
              <a:gd name="csY25" fmla="*/ 13716 h 13716"/>
              <a:gd name="csX26" fmla="*/ 0 w 8140446"/>
              <a:gd name="csY2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3716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543" y="2784"/>
                  <a:pt x="8140462" y="9558"/>
                  <a:pt x="8140446" y="13716"/>
                </a:cubicBezTo>
                <a:cubicBezTo>
                  <a:pt x="7906329" y="-7615"/>
                  <a:pt x="7681180" y="22893"/>
                  <a:pt x="7543480" y="13716"/>
                </a:cubicBezTo>
                <a:cubicBezTo>
                  <a:pt x="7405780" y="4539"/>
                  <a:pt x="7216607" y="-912"/>
                  <a:pt x="7109323" y="13716"/>
                </a:cubicBezTo>
                <a:cubicBezTo>
                  <a:pt x="7002039" y="28344"/>
                  <a:pt x="6576231" y="38120"/>
                  <a:pt x="6430952" y="13716"/>
                </a:cubicBezTo>
                <a:cubicBezTo>
                  <a:pt x="6285673" y="-10688"/>
                  <a:pt x="6138840" y="29949"/>
                  <a:pt x="5915391" y="13716"/>
                </a:cubicBezTo>
                <a:cubicBezTo>
                  <a:pt x="5691942" y="-2517"/>
                  <a:pt x="5459460" y="47094"/>
                  <a:pt x="5237020" y="13716"/>
                </a:cubicBezTo>
                <a:cubicBezTo>
                  <a:pt x="5014580" y="-19662"/>
                  <a:pt x="4747677" y="35877"/>
                  <a:pt x="4558650" y="13716"/>
                </a:cubicBezTo>
                <a:cubicBezTo>
                  <a:pt x="4369623" y="-8445"/>
                  <a:pt x="4146061" y="7996"/>
                  <a:pt x="3880279" y="13716"/>
                </a:cubicBezTo>
                <a:cubicBezTo>
                  <a:pt x="3614497" y="19436"/>
                  <a:pt x="3473808" y="-17480"/>
                  <a:pt x="3201909" y="13716"/>
                </a:cubicBezTo>
                <a:cubicBezTo>
                  <a:pt x="2930010" y="44912"/>
                  <a:pt x="2728175" y="-8002"/>
                  <a:pt x="2604943" y="13716"/>
                </a:cubicBezTo>
                <a:cubicBezTo>
                  <a:pt x="2481711" y="35434"/>
                  <a:pt x="2004334" y="22380"/>
                  <a:pt x="1845168" y="13716"/>
                </a:cubicBezTo>
                <a:cubicBezTo>
                  <a:pt x="1686003" y="5052"/>
                  <a:pt x="1375070" y="33008"/>
                  <a:pt x="1166797" y="13716"/>
                </a:cubicBezTo>
                <a:cubicBezTo>
                  <a:pt x="958524" y="-5576"/>
                  <a:pt x="342846" y="4308"/>
                  <a:pt x="0" y="13716"/>
                </a:cubicBezTo>
                <a:cubicBezTo>
                  <a:pt x="-100" y="9589"/>
                  <a:pt x="468" y="2983"/>
                  <a:pt x="0" y="0"/>
                </a:cubicBezTo>
                <a:close/>
              </a:path>
              <a:path w="8140446" h="13716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39772" y="5682"/>
                  <a:pt x="8139843" y="9439"/>
                  <a:pt x="8140446" y="13716"/>
                </a:cubicBezTo>
                <a:cubicBezTo>
                  <a:pt x="7959314" y="-1227"/>
                  <a:pt x="7870113" y="5865"/>
                  <a:pt x="7706289" y="13716"/>
                </a:cubicBezTo>
                <a:cubicBezTo>
                  <a:pt x="7542465" y="21567"/>
                  <a:pt x="7157940" y="12910"/>
                  <a:pt x="6865109" y="13716"/>
                </a:cubicBezTo>
                <a:cubicBezTo>
                  <a:pt x="6572278" y="14522"/>
                  <a:pt x="6524256" y="33479"/>
                  <a:pt x="6349548" y="13716"/>
                </a:cubicBezTo>
                <a:cubicBezTo>
                  <a:pt x="6174840" y="-6047"/>
                  <a:pt x="5951624" y="-4398"/>
                  <a:pt x="5671177" y="13716"/>
                </a:cubicBezTo>
                <a:cubicBezTo>
                  <a:pt x="5390730" y="31830"/>
                  <a:pt x="5222992" y="55486"/>
                  <a:pt x="4829998" y="13716"/>
                </a:cubicBezTo>
                <a:cubicBezTo>
                  <a:pt x="4437004" y="-28054"/>
                  <a:pt x="4344181" y="34515"/>
                  <a:pt x="4151627" y="13716"/>
                </a:cubicBezTo>
                <a:cubicBezTo>
                  <a:pt x="3959073" y="-7083"/>
                  <a:pt x="3886970" y="28303"/>
                  <a:pt x="3717470" y="13716"/>
                </a:cubicBezTo>
                <a:cubicBezTo>
                  <a:pt x="3547970" y="-871"/>
                  <a:pt x="3451521" y="27300"/>
                  <a:pt x="3201909" y="13716"/>
                </a:cubicBezTo>
                <a:cubicBezTo>
                  <a:pt x="2952297" y="132"/>
                  <a:pt x="2543413" y="1457"/>
                  <a:pt x="2360729" y="13716"/>
                </a:cubicBezTo>
                <a:cubicBezTo>
                  <a:pt x="2178045" y="25975"/>
                  <a:pt x="1906056" y="21275"/>
                  <a:pt x="1682359" y="13716"/>
                </a:cubicBezTo>
                <a:cubicBezTo>
                  <a:pt x="1458662" y="6158"/>
                  <a:pt x="1330405" y="3474"/>
                  <a:pt x="1166797" y="13716"/>
                </a:cubicBezTo>
                <a:cubicBezTo>
                  <a:pt x="1003189" y="23958"/>
                  <a:pt x="278098" y="14961"/>
                  <a:pt x="0" y="13716"/>
                </a:cubicBezTo>
                <a:cubicBezTo>
                  <a:pt x="303" y="7982"/>
                  <a:pt x="182" y="52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28650" y="1447038"/>
            <a:ext cx="7886700" cy="3188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HospitalSanitizationTracker </a:t>
            </a:r>
            <a:r>
              <a:rPr lang="en-US" sz="1700" dirty="0" err="1"/>
              <a:t>dimostra</a:t>
            </a:r>
            <a:r>
              <a:rPr lang="en-US" sz="1700" dirty="0"/>
              <a:t> come un </a:t>
            </a:r>
            <a:r>
              <a:rPr lang="en-US" sz="1700" dirty="0" err="1"/>
              <a:t>singolo</a:t>
            </a:r>
            <a:r>
              <a:rPr lang="en-US" sz="1700" dirty="0"/>
              <a:t> smart contract, </a:t>
            </a:r>
            <a:r>
              <a:rPr lang="en-US" sz="1700" dirty="0" err="1"/>
              <a:t>abbinato</a:t>
            </a:r>
            <a:r>
              <a:rPr lang="en-US" sz="1700" dirty="0"/>
              <a:t> a </a:t>
            </a:r>
            <a:r>
              <a:rPr lang="en-US" sz="1700" dirty="0" err="1"/>
              <a:t>una</a:t>
            </a:r>
            <a:r>
              <a:rPr lang="en-US" sz="1700" dirty="0"/>
              <a:t> </a:t>
            </a:r>
            <a:r>
              <a:rPr lang="en-US" sz="1700" dirty="0" err="1"/>
              <a:t>DApp</a:t>
            </a:r>
            <a:r>
              <a:rPr lang="en-US" sz="1700" dirty="0"/>
              <a:t> </a:t>
            </a:r>
            <a:r>
              <a:rPr lang="en-US" sz="1700" dirty="0" err="1"/>
              <a:t>leggera</a:t>
            </a:r>
            <a:r>
              <a:rPr lang="en-US" sz="1700" dirty="0"/>
              <a:t>, </a:t>
            </a:r>
            <a:r>
              <a:rPr lang="en-US" sz="1700" dirty="0" err="1"/>
              <a:t>sia</a:t>
            </a:r>
            <a:r>
              <a:rPr lang="en-US" sz="1700" dirty="0"/>
              <a:t> </a:t>
            </a:r>
            <a:r>
              <a:rPr lang="en-US" sz="1700" dirty="0" err="1"/>
              <a:t>sufficiente</a:t>
            </a:r>
            <a:r>
              <a:rPr lang="en-US" sz="1700" dirty="0"/>
              <a:t> per </a:t>
            </a:r>
            <a:r>
              <a:rPr lang="en-US" sz="1700" dirty="0" err="1"/>
              <a:t>costruire</a:t>
            </a:r>
            <a:r>
              <a:rPr lang="en-US" sz="1700" dirty="0"/>
              <a:t> un </a:t>
            </a:r>
            <a:r>
              <a:rPr lang="en-US" sz="1700" dirty="0" err="1"/>
              <a:t>sistema</a:t>
            </a:r>
            <a:r>
              <a:rPr lang="en-US" sz="1700" dirty="0"/>
              <a:t> di </a:t>
            </a:r>
            <a:r>
              <a:rPr lang="en-US" sz="1700" dirty="0" err="1"/>
              <a:t>tracciabilità</a:t>
            </a:r>
            <a:r>
              <a:rPr lang="en-US" sz="1700" dirty="0"/>
              <a:t> </a:t>
            </a:r>
            <a:r>
              <a:rPr lang="en-US" sz="1700" dirty="0" err="1"/>
              <a:t>credibile</a:t>
            </a:r>
            <a:r>
              <a:rPr lang="en-US" sz="1700" dirty="0"/>
              <a:t> per le </a:t>
            </a:r>
            <a:r>
              <a:rPr lang="en-US" sz="1700" dirty="0" err="1"/>
              <a:t>sanificazioni</a:t>
            </a:r>
            <a:r>
              <a:rPr lang="en-US" sz="1700" dirty="0"/>
              <a:t> </a:t>
            </a:r>
            <a:r>
              <a:rPr lang="en-US" sz="1700" dirty="0" err="1"/>
              <a:t>ospedaliere</a:t>
            </a:r>
            <a:r>
              <a:rPr lang="en-US" sz="1700" dirty="0"/>
              <a:t>.</a:t>
            </a:r>
          </a:p>
        </p:txBody>
      </p:sp>
      <p:sp>
        <p:nvSpPr>
          <p:cNvPr id="4" name="Text 2"/>
          <p:cNvSpPr/>
          <p:nvPr/>
        </p:nvSpPr>
        <p:spPr>
          <a:xfrm>
            <a:off x="609600" y="2468882"/>
            <a:ext cx="7924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distinzione tra admin e operatori, unita alla persistenza immutabile on-chain, offre una base solida per applicazioni di tracciabilità sempre più vicine alle esigenze del mondo reale.</a:t>
            </a:r>
            <a:endParaRPr lang="en-US" sz="135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F37849F-03ED-7E97-CF43-6CBAF402C1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76687" y="3052642"/>
            <a:ext cx="5118806" cy="175865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28649" y="820341"/>
            <a:ext cx="7879841" cy="22254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Grazie per </a:t>
            </a:r>
            <a:r>
              <a:rPr lang="en-US" sz="6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l'Attenzione</a:t>
            </a:r>
            <a:endParaRPr lang="en-US" sz="6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0" y="3464718"/>
            <a:ext cx="3633977" cy="778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Francesco Castaldi • Blockchain and Cryptocurrencies • Università di Bologna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3248374"/>
            <a:ext cx="7879842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10162" y="1761629"/>
            <a:ext cx="41148" cy="29600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1002</Words>
  <Application>Microsoft Office PowerPoint</Application>
  <PresentationFormat>Presentazione su schermo (16:9)</PresentationFormat>
  <Paragraphs>188</Paragraphs>
  <Slides>19</Slides>
  <Notes>19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Francesco Castaldi</cp:lastModifiedBy>
  <cp:revision>4</cp:revision>
  <dcterms:created xsi:type="dcterms:W3CDTF">2026-03-03T19:53:41Z</dcterms:created>
  <dcterms:modified xsi:type="dcterms:W3CDTF">2026-03-12T23:42:05Z</dcterms:modified>
</cp:coreProperties>
</file>